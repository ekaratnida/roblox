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23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29 5745,'0'0'6538,"-91"-28"-6538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40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0 229 6001,'0'0'4064,"0"-27"-3075,0-175 2484,0 1148-2885,0-900-1100,3-1-1,1 0 1,19 84-1,-14-84-1982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40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0 177 8674,'0'0'2482,"32"-27"-2128,109-82-47,-131 103-291,0 1-1,0 0 1,1 0-1,-1 1 1,1 0-1,0 1 1,0 0-1,0 1 1,0 1-1,0-1 1,1 2-1,-1-1 1,0 2-1,20 2 1,-11-1 3,-9-1-9,0 0 1,0 1-1,0 0 0,0 1 0,0 1 0,-1 0 1,0 0-1,0 1 0,0 0 0,0 0 0,15 13 0,-11-6 13,0 0 0,-1 2 0,-1-1 0,0 1 0,-1 1 0,14 24 0,-1 6 50,-2 1-1,-3 0 1,-1 2-1,14 64 1,-15-43-16,-4 0 1,-2 0-1,-4 1 1,-3 1-1,-3-1 1,-3 0-1,-3 1 1,-15 78-1,11-115-1,0 0 0,-3-1 0,0 0 0,-2-1 0,-2-1 0,0 0 0,-2-1 0,-2-1 0,0-1-1,-2-1 1,-1 0 0,-1-2 0,-1-1 0,-2-1 0,0-1 0,-42 26 0,34-27 61,-2-1 1,-76 29-1,110-47-114,0-1 0,-1 0 1,1 0-1,-1 0 0,0 0 0,1 0 0,-1-1 0,0 0 0,1 1 1,-1-1-1,0-1 0,1 1 0,-1 0 0,0-1 0,1 0 0,-1 0 1,1 0-1,-1 0 0,1-1 0,0 1 0,-5-4 0,5 2-93,0-1 0,0 0-1,1 0 1,0 0 0,-1 0 0,2-1-1,-1 1 1,0 0 0,1-1-1,0 1 1,0-1 0,0 0 0,1 1-1,-1-1 1,1 0 0,1-6-1,-2-65-3856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41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225 231 6137,'0'0'4353,"37"11"-3982,124 33-54,-144-40-281,0-1-1,0-1 0,1-1 0,-1 0 0,0-1 1,1-1-1,-1-1 0,0 0 0,1-2 0,-1 0 1,-1 0-1,1-2 0,-1 0 0,0-1 0,0 0 0,-1-1 1,28-20-1,-36 23-32,1 0 0,-1 0 0,0-1-1,0 0 1,9-12 0,-13 15-15,-1-1-1,1 1 0,-1-1 1,0 0-1,-1 1 1,1-1-1,-1 0 1,1 0-1,-1-1 0,0 1 1,-1 0-1,1 0 1,-1-8-1,0 9 0,0 0-1,-1 0 0,1 0 1,-1 0-1,0 0 1,0 0-1,0 1 0,-1-1 1,1 0-1,0 0 1,-1 1-1,0-1 0,0 1 1,0 0-1,0-1 1,0 1-1,0 0 0,0 0 1,-1 0-1,1 1 1,-1-1-1,0 0 0,1 1 1,-5-2-1,-8-3 12,0 0 0,-1 0 0,-21-3 0,30 7-6,-32-5 7,0 1-1,-1 2 1,1 1 0,-1 3-1,-69 7 1,91-5 53,-1 2 1,1 0-1,0 0 0,1 2 0,-1 0 1,1 1-1,0 1 0,1 1 0,0 0 1,0 1-1,1 0 0,0 2 0,1 0 1,0 0-1,1 1 0,0 1 0,1 0 1,1 1-1,0 0 0,1 0 1,1 2-1,1-1 0,0 1 0,1 0 1,0 0-1,-5 27 0,7-21 87,1 1 0,1-1 1,1 1-1,2 0 0,0-1 0,1 1 0,2 0 1,0-1-1,1 1 0,9 26 0,-6-32-82,0-1 0,1 0 0,0 0 0,2 0 0,0-1-1,0 0 1,2-1 0,0-1 0,0 0 0,2 0 0,0-1 0,0-1-1,20 14 1,-11-13-41,0 0 0,1-2 0,1 0 0,-1-2 0,1 0-1,1-2 1,0-1 0,49 5 0,-28-7-233,1-2 0,-1-2 0,92-13 0,-107 7-610,1-1 1,46-18 0,36-22-5348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42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528 51 7722,'0'0'5003,"-31"-10"-4692,-105-27-106,129 35-185,0 1-1,0 1 0,-1-1 1,1 1-1,0 1 0,-1-1 1,1 1-1,0 0 0,0 1 1,0 0-1,-1 0 0,2 0 1,-1 1-1,0 0 0,1 1 1,-1-1-1,1 1 0,0 0 1,-7 7-1,-1-1 27,-12 8 62,0 2 1,2 0 0,1 2-1,0 1 1,-28 37 0,48-55-95,0-1 0,0 1 0,0-1 0,0 1 0,1 0 1,0 0-1,0 0 0,0 0 0,1 0 0,0 0 0,0 1 0,0-1 1,0 1-1,1 7 0,0-11-16,0 1 1,1-1-1,-1 0 1,1 1-1,0-1 1,-1 1-1,1-1 1,0 0-1,0 0 1,1 1-1,-1-1 1,0 0-1,1 0 1,-1 0-1,1 0 1,0-1-1,0 1 1,0 0-1,-1-1 1,1 1-1,1-1 1,-1 0-1,0 1 1,3 0-1,8 4-3,0-2 1,0 1-1,19 3 0,-13-3 7,97 22-5,51 14 2,-144-34-19,0 2 0,-1 0 0,0 1 0,39 26 0,-56-33 14,-1 0 0,1 1 0,-1 0 0,0-1 0,0 2 0,-1-1 0,1 0-1,-1 1 1,0 0 0,0 0 0,0 0 0,-1 0 0,0 0 0,0 0 0,2 9 0,-3-10 8,-1 0 1,1 0 0,-1 0-1,0 0 1,-1 0 0,1 0-1,0 0 1,-1 0 0,0 0-1,0 0 1,0 0 0,-1 0-1,1 0 1,-1-1 0,0 1-1,0-1 1,0 1 0,-1-1-1,1 0 1,-1 0 0,-5 6-1,-9 5 53,0-1-1,-1-1 1,0-1-1,-1 0 1,-1-2-1,1 0 0,-1-1 1,-36 9-1,-178 30 419,175-38-407,56-9-22,-21 1-366,23-1 257,1-1-1,0 1 0,-1 0 0,1-1 0,-1 1 1,1-1-1,0 1 0,-1-1 0,1 1 0,0-1 0,0 0 1,-1 1-1,1-1 0,0 1 0,0-1 0,0 1 1,0-1-1,0 0 0,0 1 0,0-1 0,0 1 0,0-1 1,0 0-1,0 1 0,0-1 0,0 1 0,1-1 0,-1 0 1,0 1-1,0-1 0,1 1 0,-1-1 0,0 1 1,1-1-1,-1 1 0,0-1 0,1 1 0,-1-1 0,1 0 1,26-34-4936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42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9922,'0'0'4009,"-32"184"-3449,32-74-264,0 16-16,0 7-8,21-3 8,7-10-104,0-19-96,4-19 8,-7-19-88,6-22 0,-6-41-1056,-8-22-936,-6-38-4234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42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9802,'0'0'6289,"74"19"-6921,-7 38-1288,-8-3-3889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43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488 17 9042,'0'0'3138,"-33"-4"-2494,-110-8-60,137 12-555,0 0-1,0 0 0,0 1 1,0 0-1,0 0 1,0 0-1,0 1 0,1 0 1,-1 0-1,1 0 1,-1 1-1,1-1 1,0 1-1,0 1 0,0-1 1,0 1-1,1 0 1,-1 0-1,1 0 0,0 1 1,0-1-1,-4 9 1,-1-2 32,-12 14 135,2 1-1,1 1 1,-27 55 0,39-68-154,0 0 1,1-1 0,0 2-1,1-1 1,1 0-1,0 1 1,1 0-1,1-1 1,0 1-1,2 27 1,0-39-42,-1 0 0,1 0-1,0 0 1,0 0 0,0 0 0,0-1 0,0 1-1,1 0 1,-1 0 0,1-1 0,0 1 0,0-1-1,0 0 1,0 1 0,0-1 0,0 0 0,4 3-1,-1-2-3,1 0-1,-1-1 0,1 1 1,-1-1-1,1 0 0,0 0 1,0 0-1,8 0 0,10 0-99,0 0-1,0-2 1,35-5-1,-51 5 41,15-3-66,0-1 1,-1-1-1,1-1 0,-2-1 1,1-1-1,-1-1 1,0-1-1,26-16 1,-32 17 26,0-1 0,-1-1 1,0 0-1,0-1 1,-1 0-1,-1-1 0,0 0 1,-1-1-1,-1-1 1,0 0-1,9-17 0,-17 28 137,0 0-1,0 0 0,-1-1 1,1 1-1,-1 0 0,0-1 0,0 1 1,0-1-1,-1 1 0,0-1 1,0 0-1,0 1 0,-1-5 0,1 8-10,-1 1-1,1 0 1,-1-1-1,1 1 1,-1 0 0,1 0-1,-1 0 1,1 0-1,-1 0 1,1-1-1,-1 1 1,1 0-1,-1 0 1,1 0-1,-1 0 1,1 0-1,-1 1 1,1-1-1,-1 0 1,1 0-1,-1 0 1,1 0-1,-1 1 1,1-1-1,-1 0 1,1 0-1,-1 1 1,1-1-1,0 0 1,-1 1-1,1-1 1,-1 0-1,1 1 1,-1 0-1,-2 3 0,1 0-1,-1 0 1,1 1-1,-1-1 1,1 1-1,1 0 1,-1 0-1,1-1 1,-1 1 0,2 0-1,-2 9 1,0 64 217,3-51-135,7 232 174,0 71-33,-10-301-181,-1-1 0,-2 1 0,-1-1 1,-1 0-1,-2 0 0,0-1 1,-2 0-1,-1-1 0,-1 0 0,-1-1 1,-1 0-1,-2-1 0,0-1 1,-1-1-1,-1 0 0,-2-1 0,0-2 1,-1 0-1,0-1 0,-2-1 1,0-1-1,-1-1 0,-30 12 1,37-19 62,-1-1 0,0-1 0,-26 5 0,35-10-34,1 1 1,0-1-1,0-1 0,-1 0 0,1 0 1,0-1-1,-1 0 0,1-1 0,-11-3 1,18 4-77,0 1 1,0-2 0,0 1 0,-1 0 0,1 0 0,0-1 0,1 1 0,-1-1 0,0 1 0,0-1 0,1 0 0,-1 0 0,1 1 0,-1-1 0,1 0 0,0-1 0,0 1 0,-2-4 0,1 0-12,1 1 1,-1-1 0,1 0-1,1 1 1,-1-1-1,1 0 1,0-11 0,2 5-35,-1-1 0,2 1 1,0 0-1,0 0 1,1 0-1,1 0 0,7-14 1,13-14-576,2 1 1,1 2 0,49-50 0,-14 17-2390,6-15-4723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43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0 7786,'0'0'7180,"-21"27"-6804,9-10-305,-1-2-3,1 0 0,1 1-1,1 0 1,0 1 0,1 0 0,1 1-1,0 0 1,1 0 0,2 1 0,0-1-1,-3 21 1,-3 73 366,8 211 0,4-302-407,0 0 0,2 0-1,1-1 1,0 1 0,2-1-1,0 0 1,13 28 0,-18-45-30,0-1 0,0 1 0,1-1 1,-1 0-1,0 0 0,1 1 0,0-1 1,-1 0-1,1 0 0,0 0 0,0-1 0,0 1 1,0 0-1,0-1 0,1 1 0,-1-1 1,0 0-1,1 0 0,-1 0 0,1 0 0,-1 0 1,1 0-1,-1-1 0,1 1 0,0-1 1,-1 0-1,1 0 0,0 0 0,-1 0 1,1 0-1,0-1 0,-1 1 0,5-2 0,0-1-4,0 0 0,-1 0 0,1-1 0,-1 1-1,0-2 1,0 1 0,-1-1 0,1 0 0,-1 0 0,9-11-1,183-266 246,-74 98-240,-114 176-109,-5 13 40,-4 26 30,-1-20 59,1-1 5,6 228 315,-2-190-307,2 0 1,2-1-1,16 51 1,-2-37-707,58 113 0,-37-96-2792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45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796 138 8186,'0'0'3347,"1"-13"-2948,0 8-330,5-45 292,-5 47-323,-1 0 0,0 1 0,0-1 0,0 0 0,-1 1 0,1-1 0,0 1 0,-1-1 0,0 1 0,0-1 0,1 1 0,-2-1 0,1 1 0,0 0 0,0-1 0,-1 1 0,1 0 0,-4-4 0,-1 3-2,0 0 0,0 1 0,0 0 0,0 0 0,0 0 0,0 1-1,0 0 1,-1 0 0,1 0 0,0 1 0,-8 0 0,-76 8 7,61-2-33,0 1 0,0 2 0,1 1 0,0 1 0,1 1 0,-37 23 0,14-5 35,2 3 0,-59 51 0,98-76-49,5-5 9,-1 0 1,1 0-1,0 1 1,0 0 0,0-1-1,0 1 1,1 1-1,-1-1 1,1 0-1,0 1 1,1 0 0,-1-1-1,1 1 1,0 0-1,0 0 1,0 1-1,-1 7 1,4-11-8,-1 0 0,1 0 0,0 0 0,-1 0 1,1-1-1,0 1 0,0 0 0,0 0 0,0-1 0,1 1 0,-1-1 0,0 1 1,1-1-1,-1 0 0,1 1 0,-1-1 0,1 0 0,0 0 0,0 0 0,-1 0 0,1 0 1,0-1-1,0 1 0,0 0 0,3 0 0,62 15-24,-52-14 29,52 11-5,-4-2 7,67 21-1,-113-26-3,0 0 0,0 1 0,-1 0 0,0 1 0,-1 1 0,1 1 0,-2 0 0,24 21 0,-33-26 3,0 0 0,-1 0 0,0 0 1,0 0-1,0 1 0,0 0 0,-1 0 0,0 0 0,-1 0 0,1 1 1,-1-1-1,0 0 0,-1 1 0,1 0 0,-1-1 0,-1 1 1,1 0-1,-1 0 0,0-1 0,-1 1 0,1 0 0,-2 0 0,1-1 1,-1 1-1,1-1 0,-2 1 0,1-1 0,-1 0 0,0 0 1,0 0-1,-1 0 0,0 0 0,0-1 0,-8 9 0,-2-2 81,0 0-1,0-1 1,-1-1-1,-1-1 0,0 0 1,0 0-1,0-2 1,-1 0-1,0-1 0,-33 7 1,16-7 93,0-1 0,0-2 0,0-1 0,-65-5 0,86 1-140,0 0 0,-1-1 0,1-1 0,0 0-1,0 0 1,1-1 0,-1-1 0,1 0 0,0-1-1,-15-12 1,21 16-69,1-1 0,0 0 0,1-1 0,-1 1 0,1-1 0,-1 0-1,1 0 1,1 0 0,-1-1 0,1 1 0,0-1 0,0 0 0,1 0 0,-1 0 0,1 0-1,1 0 1,-1 0 0,1-1 0,0 1 0,1 0 0,-1-1 0,1 1 0,2-13 0,-1 15-110,0-1 0,0 0 0,1 1 0,0-1 0,-1 1 1,2 0-1,-1 0 0,0-1 0,1 2 0,0-1 1,0 0-1,0 0 0,0 1 0,1 0 0,0 0 0,-1 0 1,1 0-1,0 0 0,5-2 0,39-18-3541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45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82 6089,'0'0'5678,"6"14"-5016,3 10-376,-1 0 0,-1 1 0,-1 0 0,3 29 0,9 122 548,-6-43-560,-3-59-89,33 120 0,-41-191-183,-1-1 0,1 0 0,0 1 0,-1-1 1,1 0-1,0 0 0,1 0 0,-1 0 0,0 0 1,1 0-1,-1 0 0,1 0 0,3 3 0,-5-5-2,1 0 0,0 0 0,-1 1 1,1-1-1,0 0 0,0 0 0,-1 1 0,1-1 0,0 0 0,0 0 0,-1 0 0,1 0 0,0 0 0,0 0 0,0-1 0,-1 1 0,1 0 0,0 0 0,0 0 0,-1-1 0,1 1 0,0 0 0,-1-1 0,1 1 0,0-1 0,-1 1 0,2-1 0,2-4 0,0 1 0,0-1 1,-1 1-1,1-1 0,-1 0 1,0-1-1,0 1 1,-1 0-1,3-8 0,76-229-391,-49 135-518,5 1-1,95-188 1,-128 288 905,-4 4 13,2-1-1,-1 0 0,0 1 1,0-1-1,1 1 0,0-1 1,-1 1-1,1 0 0,0-1 1,0 1-1,0 0 0,0 0 0,1 1 1,-1-1-1,1 0 0,-1 1 1,1-1-1,-1 1 0,5-2 1,-2 10 192,1 46 382,-2 0 1,-4 81-1,4 63-24,-1-161-454,-3-25-86,0 0 0,1 0 0,1 0-1,0 0 1,0 0 0,1-1 0,0 1-1,7 12 1,-9-21-20,0 0 0,0-1-1,0 1 1,1 0 0,-1-1-1,0 0 1,1 1 0,-1-1-1,1 0 1,-1 0 0,1 0-1,0 0 1,0 0 0,-1 0 0,1 0-1,0 0 1,0-1 0,0 1-1,0-1 1,0 0 0,0 1-1,0-1 1,0 0 0,0 0-1,0 0 1,0 0 0,0-1-1,0 1 1,3-1 0,0-1-23,0 0 1,0 0-1,0 0 0,-1 0 1,1-1-1,-1 0 0,1 0 1,-1 0-1,8-7 0,28-37-576,-2-1 0,59-101 0,-45 68 4,7-7 502,-58 98 588,-18 432 1728,17-411-2272,-1-11 73,1 0 1,1 0-1,0-1 0,6 26 0,-5-40-68,-1-1 0,0 1 0,1 0-1,0-1 1,0 1 0,1-1 0,-1 0 0,1 0 0,0 0 0,0 0 0,0 0 0,1 0 0,-1-1 0,1 0 0,0 0 0,0 0-1,0 0 1,0 0 0,0-1 0,1 0 0,8 3 0,39 8-2453,-2-11-3650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46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46 8794,'0'0'4179,"-33"-9"-3850,-103-24-143,133 32-181,1 0-1,-1 1 1,0-1 0,1 1-1,-1 0 1,0-1 0,0 1-1,1 0 1,-1 1 0,0-1-1,0 0 1,1 1-1,-1 0 1,0 0 0,1-1-1,-1 1 1,1 1 0,-1-1-1,1 0 1,-1 1-1,1-1 1,0 1 0,0 0-1,0 0 1,0-1 0,0 1-1,0 1 1,0-1-1,1 0 1,-1 0 0,1 1-1,-1-1 1,-1 6 0,-4 5 20,-5 2 24,2 0 0,0 1-1,0 0 1,2 0 0,0 1 0,1 0 0,0 1 0,1-1-1,2 1 1,0 0 0,0 1 0,-1 29 0,5-46-49,1 1 0,-1-1 0,0 1 0,1 0 0,-1-1 1,1 1-1,0-1 0,-1 0 0,1 1 0,1-1 0,-1 1 0,0-1 1,0 0-1,1 0 0,-1 0 0,1 0 0,0 0 0,0 0 0,0 0 0,0-1 1,0 1-1,0-1 0,0 1 0,0-1 0,1 0 0,-1 0 0,0 0 1,1 0-1,-1 0 0,1 0 0,-1-1 0,5 1 0,9 1-18,0 0 0,0-1-1,-1-1 1,22-3-1,-15 2-17,-3-1-125,0-1-1,0 0 1,-1-2 0,1 0 0,-1-1 0,0-1 0,28-14 0,-18 5-466,-1 0 1,0-2 0,42-37 0,-55 44 442,-14 24 773,-7 10-496,0 0 1,2 0 0,1 1-1,1 0 1,1 0-1,1 0 1,2 26-1,0-47-92,-1 0 1,1 0-1,0-1 1,0 1-1,0 0 0,0 0 1,0 0-1,0-1 0,1 1 1,-1-1-1,1 1 1,0-1-1,0 0 0,0 1 1,0-1-1,0 0 0,1 0 1,3 2-1,-1-1-12,-1-1 0,2 1 0,-1-1 0,0-1 0,0 1 0,1-1 0,-1 1 0,0-2 0,9 2 0,-1-2-282,0 0-1,0-1 0,0-1 1,0 0-1,0 0 1,0-1-1,22-9 1,19-17-4287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46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9090,'0'0'5373,"-5"38"-4729,0-11-526,-1 10 11,2 0 0,1 0 0,2 1 0,1-1 0,8 55 0,15 51 210,79 640 292,-100-742-663,3 1 0,9 43 0,-13-82-22,0 1 0,0-1 0,0 1 0,0-1 1,1 1-1,-1-1 0,1 0 0,0 0 0,0 0 0,0 0 0,0 0 1,1 0-1,-1-1 0,1 1 0,5 3 0,-6-5-111,1 0-1,-1 0 1,1 0 0,0 0 0,0 0-1,-1-1 1,1 1 0,0-1-1,0 0 1,0 0 0,-1 0 0,1 0-1,0 0 1,0-1 0,0 1-1,0-1 1,-1 0 0,1 0 0,0 0-1,-1 0 1,4-2 0,30-26-4920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46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 8210,'0'0'5914,"-11"28"-5348,0 3-388,1-1 0,1 2 0,2-1 0,1 1 0,2 0 1,-1 39-1,6 69 383,6 1 1,28 146-1,-25-228-463,8 48-3,4-1 0,40 116 0,-59-214-180,0 0-1,0-1 1,0 1 0,1-1-1,0 1 1,0-1 0,1 0-1,0-1 1,0 1 0,1-1 0,0 0-1,0 0 1,0-1 0,1 0-1,0 0 1,0 0 0,0-1 0,0 0-1,1 0 1,-1-1 0,1 0-1,16 4 1,20-4-3314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48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726 155 4689,'0'0'2166,"0"-8"-1578,0 3-590,0 2 123,0 0 0,0 0 1,0 0-1,0-1 0,0 1 1,-1 0-1,0 0 0,1 0 0,-1 0 1,0 0-1,-1 0 0,1 0 0,0 0 1,-1 0-1,0 1 0,1-1 0,-1 1 1,0-1-1,-3-2 0,-22-22 696,24 23-767,-1-1-1,0 1 1,0 0 0,0 0-1,0 0 1,-1 1-1,0-1 1,1 1-1,-1 0 1,0 1 0,-1-1-1,1 1 1,0 0-1,-1 0 1,1 1 0,-1 0-1,-10-2 1,5 3-21,1 1 0,-1 0 0,1 1 0,-1 0 0,1 0 0,0 1 0,0 1 0,0 0 0,1 0 0,-1 0 0,1 1 0,0 1 0,0 0 0,-14 12 0,-10 11 105,2 1 0,-35 44 1,53-59-106,-30 36 87,2 1 0,2 2 0,-36 69 0,63-101-63,1 0-1,0 1 1,2 0-1,1 0 0,1 1 1,1 0-1,1 0 1,1 1-1,1 0 0,2-1 1,1 44-1,1-62-50,0 0 0,0 0 0,1 0 0,-1 0 0,1 0 0,1-1 0,-1 1 0,1-1 1,0 1-1,0-1 0,1 0 0,-1 0 0,1-1 0,0 1 0,0-1 0,1 0 0,-1 0 0,1 0 0,0 0 0,0-1 0,0 0 0,1 0 0,-1 0 0,1-1 0,0 0 0,8 2 0,12 2 0,0-1 0,0-1 0,0-2 0,46-1 1,-65-1-9,21-3 18,0 0-1,0-2 0,0-2 1,0 0-1,45-19 1,-1 1-9,-21 10-6,78-28 20,-115 37-66,-1 0 1,0 0-1,0-1 1,0-1 0,-1-1-1,21-18 1,-31 26 34,0-1 0,0 0 1,0 0-1,0 0 0,-1 0 1,1 0-1,-1 0 0,1 0 0,-1-1 1,0 1-1,0 0 0,0-1 0,0 1 1,0-1-1,0 0 0,-1 1 1,1-1-1,-1 1 0,0-1 0,0 0 1,0 1-1,0-1 0,0 0 1,-1 1-1,1-1 0,-1 1 0,1-1 1,-1 1-1,0-1 0,0 1 0,0-1 1,0 1-1,-1 0 0,1-1 1,-1 1-1,1 0 0,-1 0 0,0 0 1,0 0-1,0 1 0,0-1 1,0 0-1,0 1 0,0-1 0,-1 1 1,1 0-1,0 0 0,-1 0 1,1 0-1,-1 0 0,-3 0 0,-27-9-98,1 2 0,-1 2-1,0 1 1,-37-2 0,-143 5-34,126 3 217,20-1 389,63 0-356,20 0-24,67 1 1,-2 1 84,0-4 0,0-3 1,84-16-1,131-55-2140,-182 38-2620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49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746 7 3761,'0'0'4262,"-10"-1"-3554,-43-4 151,58 40 1460,-3-24-2109,61 594 2078,-38-310-1959,-19-231-285,5 30 5,-5-1 0,-8 141 0,1-222-36,-1-1 1,0 1-1,-1-1 0,0 0 0,-1 0 0,0 0 0,-1 0 1,0-1-1,-1 0 0,0 0 0,-1 0 0,0-1 0,0 1 0,-1-2 1,0 1-1,-1-1 0,1-1 0,-2 1 0,1-1 0,-1-1 1,0 0-1,0 0 0,-13 4 0,8-4-4,0-1 0,-1 0 0,1-1 0,-1-1 0,0 0 0,0-1 0,0-1 0,0-1 0,0 0 0,0-1 0,0-1 0,0 0-1,0-1 1,1-1 0,-1 0 0,-21-10 0,8 1 11,2-2-1,-1-1 1,2-2-1,0 0 1,2-2-1,0 0 1,1-2-1,1 0 1,1-2-1,-33-47 1,49 63-22,0-1 0,0 0 0,1 1 0,0-2 0,1 1 0,0 0 0,0-1 0,1 0 0,0 1 0,1-1 0,0 0 0,0 0 0,1 0 0,2-16 0,1 12-6,0 0 1,1 0 0,1 0-1,0 1 1,1 0-1,0 0 1,1 0-1,0 1 1,11-13 0,15-14-15,2 1 0,1 1-1,2 2 1,63-43 0,-24 21 9,134-75 0,-166 109-2,0 1-1,1 3 0,1 2 1,92-22-1,-127 37-35,-5 0-97,1 0 0,-1 0 0,1 1 0,0 1 1,0-1-1,-1 1 0,1 0 0,0 1 0,10 2 1,-10 4-1512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50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753 29 7458,'0'0'5209,"-33"-6"-4899,-113-15-46,135 20-231,-1 0 0,1 1 0,0 1-1,0-1 1,-1 2 0,1 0-1,0 0 1,1 1 0,-1 0 0,0 1-1,1 0 1,0 1 0,-1 0-1,2 0 1,-1 1 0,1 1 0,-12 10-1,-5 1 49,-8 6 3,1 2 1,2 1-1,0 1 0,2 2 0,1 0 1,-46 68-1,63-81-36,0 0 0,1 1-1,1 1 1,1-1 0,0 1 0,2 1 0,0-1-1,1 1 1,1 0 0,0 1 0,2-1 0,1 0-1,0 1 1,1-1 0,7 41 0,-5-54-46,0 0 1,0-1-1,1 1 0,0 0 0,1-1 1,-1 0-1,1 0 0,0 0 1,1 0-1,-1-1 0,1 1 1,0-1-1,1 0 0,-1-1 1,1 0-1,0 1 0,0-2 1,0 1-1,1-1 0,-1 0 1,1 0-1,0-1 0,8 3 0,0-1-3,0-1 0,0 0 0,0-1-1,0-1 1,0 0 0,1-1-1,-1-1 1,0 0 0,0-1 0,20-6-1,-15 1 0,0 0 0,0-2-1,0-1 1,-1 0 0,-1-2 0,0 0-1,0-1 1,16-15 0,2-5-114,-1-2 0,44-59 0,-56 65-106,-1-2 0,19-37 1,-35 56 158,0 0 0,-1-1 1,0 0-1,-1 0 0,0 0 1,-1 0-1,-1-1 0,2-26 1,-4 39 69,0-1 0,0 1 0,0 0 0,0 0 0,0 0 0,0 0 0,0 0 0,-1-1 0,1 1 0,0 0 0,-1 0 0,1 0 0,-1 0 0,1 0 0,-1 0 0,0 0 0,1 0 0,-1 0 0,0 0 0,0 1 0,1-1 0,-1 0 0,0 0 0,0 1 0,0-1 0,0 0 0,0 1 0,0-1 0,0 1 0,0-1 0,0 1 0,0 0 0,-1-1 0,1 1 0,0 0 0,0 0 0,0 0 0,0 0 0,0 0 0,-1 0 0,0 0 0,-2 1 18,1-1 1,0 1-1,0 0 1,0 0-1,-1 0 1,1 0 0,0 1-1,0-1 1,1 1-1,-1 0 1,0-1-1,0 1 1,1 1 0,-5 3-1,2 2 5,0 1-1,0 0 0,1 0 1,0 0-1,1 0 1,0 1-1,0-1 1,1 1-1,0 0 0,1 0 1,-1 14-1,1-3 37,1 0 1,0 0-1,2-1 0,7 34 0,-5-39-53,1 0 1,1 0-1,0-1 0,1 0 0,0 0 0,1-1 0,1 0 0,0 0 1,1-1-1,0 0 0,1-1 0,0 0 0,1-1 0,0 0 1,1-1-1,0 0 0,0-1 0,1 0 0,0-1 0,0-1 0,21 6 1,9-5-489,0-2 0,85-2 0,-121-3 325,86 0-2354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51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8426,'0'0'4247,"0"38"-3166,0 237 6,-7 101-74,17-397-940,88-161-54,122-206-716,-218 385 696,19-24-56,-21 26 55,0 1 1,1 0-1,-1-1 1,1 1-1,-1 0 0,0-1 1,1 1-1,-1 0 1,1 0-1,-1 0 1,1-1-1,-1 1 1,1 0-1,-1 0 1,1 0-1,-1 0 1,1 0-1,0 0 1,-1 0-1,1 0 1,-1 0-1,1 0 1,-1 0-1,1 0 1,-1 0-1,1 0 1,-1 1-1,1-1 1,-1 0-1,1 0 1,-1 1-1,1-1 1,-1 0-1,0 0 1,1 1-1,-1-1 1,1 1-1,-1-1 1,0 0-1,1 1 1,-1-1-1,0 1 1,0-1-1,1 1 1,-1-1-1,0 1 1,0-1-1,0 1 1,1-1-1,-1 1 1,0-1-1,0 1 1,0-1-1,0 1 1,0-1-1,0 1 1,8 34 23,-2 0 0,-1 0 0,0 38 1,-1-18 66,-1-15-23,-2-12-18,1 1 0,2-1 1,1 0-1,1 0 0,1-1 0,12 31 0,-17-55-42,-1 0 0,0 0 0,1 0-1,0 0 1,0 0 0,0-1 0,0 1 0,0-1-1,0 1 1,1-1 0,-1 0 0,1 0 0,-1 0 0,1 0-1,0 0 1,0-1 0,0 1 0,0-1 0,0 0 0,0 0-1,0 0 1,1 0 0,-1 0 0,0-1 0,0 0 0,1 1-1,-1-1 1,0-1 0,1 1 0,-1 0 0,0-1-1,0 1 1,1-1 0,-1 0 0,0 0 0,0 0 0,0-1-1,0 1 1,0-1 0,0 0 0,-1 0 0,1 0 0,-1 0-1,1 0 1,2-4 0,18-23-68,-2-1 0,-1-1 0,-2-1 0,17-38 0,-1 1-452,-19 42 251,3-9-55,1 1 0,2 1 1,48-60-1,-69 94 321,1-1-1,-1 1 0,0-1 1,0 1-1,1 0 0,-1-1 1,0 1-1,1 0 1,-1-1-1,0 1 0,1 0 1,-1 0-1,1-1 0,-1 1 1,0 0-1,1 0 1,-1 0-1,1-1 0,-1 1 1,1 0-1,-1 0 0,0 0 1,1 0-1,-1 0 1,1 0-1,-1 0 0,1 0 1,-1 0-1,1 0 0,-1 0 1,1 0-1,0 1 1,5 15 197,-6 38 291,0-40-365,0-10-107,-1 38 122,2 0 1,2 0 0,1 0-1,13 50 1,-15-82-135,2 1-1,-1 0 1,1-1 0,1 0-1,0 0 1,0 0 0,1-1-1,0 1 1,1-1 0,0-1-1,0 1 1,1-1 0,0-1-1,0 1 1,1-2 0,0 1 0,0-1-1,1 0 1,-1-1 0,1 0-1,15 5 1,-10-5-5,0-1 0,0 0 1,0-1-1,0-1 0,1 0 0,-1-1 1,1-1-1,-1 0 0,1-1 0,-1-1 0,1 0 1,-1-1-1,0-1 0,0-1 0,0 0 1,-1 0-1,0-1 0,0-1 0,0-1 0,-1 0 1,0-1-1,-1 0 0,21-19 0,-16 12-18,-1-1 0,-1-1 0,0 0 0,-1-1 0,18-31 0,-25 36 4,-1 0 0,0 0 0,-1 0 0,0-1 0,-1 0 0,-1 0 0,0 0 0,-1 0 0,0-20 0,-2 31 12,0 0-1,-1 0 1,1 0-1,-1 0 1,0 0-1,0 0 0,0 1 1,0-1-1,-1 0 1,1 1-1,-1-1 1,0 1-1,0 0 1,0-1-1,-1 1 1,1 0-1,-1 0 0,0 1 1,1-1-1,-1 0 1,-1 1-1,1 0 1,0 0-1,0 0 1,-1 0-1,0 0 1,1 1-1,-1-1 1,0 1-1,1 0 0,-7-1 1,-5-1-5,0 1 1,-1 1-1,1 0 1,-1 1-1,1 1 0,-30 5 1,33-4 23,0 1 1,1 1-1,-1 0 0,1 0 1,0 1-1,0 1 0,0 0 1,1 1-1,0-1 1,0 2-1,0 0 0,1 0 1,1 0-1,-1 1 0,1 1 1,1-1-1,0 1 0,0 0 1,1 1-1,0 0 1,1 0-1,0 0 0,-4 15 1,5-14 29,1 0 0,0 0 0,1 0 1,0 0-1,1 0 0,0 1 0,1-1 1,1 0-1,0 1 0,0-1 0,1 0 1,1 0-1,0 0 0,0 0 1,2-1-1,-1 1 0,1-1 0,1 0 1,0 0-1,0-1 0,1 0 0,16 18 1,-2-8 19,1-2 1,0 0-1,1-2 1,1 0-1,0-2 1,2-1 0,-1 0-1,1-2 1,1-1-1,30 7 1,-18-8-61,1-1-1,0-2 1,0-2 0,0-1 0,1-2 0,62-7-1,-87 4-135,-1-1 0,0 0-1,0-1 1,21-8-1,-29 9-450,1-1-1,-1 0 0,-1 0 0,1 0 0,11-10 0,-13 8-1216,0 1 0,-1 0-1,0-1 1,0 0 0,5-10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52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1848,'0'0'9129,"3"-16"-7905,-2 10-1033,8-35 246,-6 34-179,-1 23 173,19 875 2549,36-299-2665,-52-570-309,-2-20-151,-1-22-376,-2-170-2871,0 84-455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52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1 194 7954,'0'0'4753,"26"-28"-4655,10-9-44,49-39-1,-76 69-49,1 1 1,0 1-1,0-1 1,0 1-1,1 1 0,-1 0 1,1 0-1,0 1 1,0 1-1,1 0 0,-1 0 1,0 1-1,1 1 1,14 0-1,-1 0 6,2-1-9,0 0 0,0 2 0,1 2 0,-2 0 0,44 11 1,-62-12 5,0 1 0,-1 0 0,1 0 0,-1 1 0,1 0 0,-1 0 0,-1 1 0,1-1 0,0 1 0,-1 1 0,0-1 1,-1 1-1,1 1 0,-1-1 0,0 1 0,0-1 0,-1 1 0,0 1 0,0-1 0,-1 0 0,0 1 0,4 14 0,-5-15 59,0 1-1,0-1 0,-1 1 0,0 0 0,0 0 0,0-1 0,-1 1 1,-1 0-1,1 0 0,-1-1 0,0 1 0,-1 0 0,0-1 0,0 1 1,-1-1-1,0 0 0,0 1 0,0-2 0,-1 1 0,0 0 0,-1-1 1,1 1-1,-1-1 0,-1-1 0,-7 9 0,-13 8 28,-1-2 0,-1 0 1,0-2-1,-1 0 0,-1-2 0,-1-2 0,0-1 0,-1-1 1,0-2-1,-1-1 0,0-1 0,0-2 0,-61 4 0,92-10-107,1 0 0,0 0 0,-1-1 0,1 1 0,0 0 0,0 0 0,-1-1-1,1 1 1,0 0 0,0-1 0,0 0 0,0 1 0,0-1 0,-1 1-1,1-1 1,0 0 0,0 0 0,0 0 0,1 0 0,-1 0 0,0 1-1,0-2 1,0 1 0,0-1 0,0-1-51,-1 0 0,1 0 0,0-1-1,1 1 1,-1 0 0,0 0 0,1-1 0,0 1-1,0-5 1,1-6-591,1 0 0,0 1 0,1-1-1,5-15 1,23-43-4908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52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0 9770,'0'0'3358,"-7"43"-3074,-70 651 1367,65 64-237,13-732-1309,1 0 1,1 0-1,2 0 1,1-1-1,0 0 1,19 44-1,-17-53-86,0 0-1,1-1 0,0 0 1,1-1-1,1 0 0,0-1 1,1 0-1,1-1 0,0 0 1,23 16-1,-31-24-49,1 0 1,0-1-1,0 0 1,0 0-1,0 0 0,0-1 1,0 0-1,1 0 1,-1-1-1,1 0 1,-1 0-1,1 0 0,7-1 1,-10 0-183,1-1 0,-1 1-1,0-1 1,1-1 0,-1 1 0,0-1 0,0 1 0,0-1 0,0 0 0,0-1-1,0 1 1,0-1 0,-1 1 0,0-1 0,1 0 0,-1 0 0,0-1 0,0 1 0,-1-1-1,3-3 1,27-59-11052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53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721 91 8090,'0'0'4527,"-36"-10"-3762,-118-33 0,128 34-548,-1 2 0,1 0 0,-1 2 0,-1 0 0,1 2 0,-1 1 0,-28 2 0,44 2-195,1 0 0,0 0 0,0 1 0,0 0 0,0 1-1,0 0 1,1 1 0,-1 0 0,1 0 0,0 1 0,1 1-1,0 0 1,0 0 0,0 0 0,1 1 0,0 1 0,-11 14-1,8-8-6,0 0 1,1 0-1,0 1 0,1 0 0,1 1 0,1 0 0,1 1 0,0-1 0,1 1 0,-4 24 0,8-31-10,-1 1-1,1 0 0,1-1 0,0 1 1,1 0-1,0 0 0,1-1 1,4 14-1,-4-20-4,-1-1-1,2 1 1,-1-1 0,0 0 0,1 0-1,0 0 1,0 0 0,0 0-1,0-1 1,1 0 0,0 1-1,-1-1 1,1 0 0,0-1-1,0 1 1,1-1 0,-1 0-1,0 0 1,1 0 0,0 0 0,8 1-1,4 1-23,0-2 0,1 0 0,-1 0 0,1-2 0,-1 0 0,1-1-1,-1-1 1,0-1 0,0 0 0,0-1 0,0-1 0,0-1 0,-1 0 0,0-1 0,0-1-1,-1 0 1,16-12 0,6-5-119,-1-3-1,-1 0 1,-2-3-1,-1 0 1,38-50-1,-56 62 270,-14 19 7,0 6-28,-1 20-86,1 0 1,1 0-1,1 1 0,2-1 0,1 0 0,0-1 0,2 1 0,12 28 0,-4-24 18,0-1-1,2-1 1,1 0-1,31 36 1,-34-48-430,0-1 0,1 0 0,1-1 0,0-1 0,1 0 0,0-1 1,31 14-1,-2-10-4200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53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9218,'0'0'5993,"92"162"-5217,-47-87-199,5 1-201,13 0-168,3-10-160,1-9 120,-4-13-168,-6-15 0,-5-4-568,-10-19-905,-17-6-1399,-4 0-6034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53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923 1 7706,'0'0'4246,"-18"32"-3286,-267 507 1302,276-523-2218,-483 903 1724,469-878-1476,-2 4 72,-38 87 1,56-91-404,7-40 15,0-1 0,0 1-1,0 0 1,0-1 0,0 1 0,0-1 0,0 1 0,0-1 0,1 1-1,-1-1 1,0 1 0,0-1 0,1 1 0,-1-1 0,0 1 0,1-1-1,-1 1 1,0-1 0,1 0 0,-1 1 0,1-1 0,-1 0 0,1 1-1,-1-1 1,1 0 0,-1 1 0,1-1 0,-1 0 0,1 0 0,-1 0-1,1 0 1,-1 1 0,1-1 0,-1 0 0,1 0 0,0 0 0,-1 0-1,1 0 1,21-4-1023,-20 4 766,39-16-3670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2:53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9002,'0'0'4241,"9"-4"-3704,3-3-349,-1 2 0,2 0-1,-1 0 1,25-5-1,-31 9-91,0 0 0,0 0 0,0 0-1,1 1 1,-1 0 0,0 1-1,1-1 1,-1 1 0,0 0 0,0 1-1,0 0 1,0 0 0,0 0-1,8 5 1,2 2-33,0-1 0,1 0 0,-1-2 0,1 0 0,0 0 0,1-2 0,0 0 0,-1-1 0,1 0 0,0-2 1,0 0-1,0-1 0,0-1 0,18-3 0,-31 3-137,0 0 1,0-1 0,0 1-1,0-1 1,0 0 0,-1-1-1,6-2 1,18-22-1797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2:54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1019 7970,'0'0'4346,"0"13"-3847,0 79 2173,3-143-2647,3 1-1,1-1 0,3 1 0,2 1 0,2 0 0,22-52 1,-35 99-9,-1 0 1,1-1-1,0 1 0,0 0 1,0 0-1,1 0 1,-1 0-1,0 0 0,1 1 1,-1-1-1,1 0 1,0 0-1,-1 1 1,5-3-1,-5 3-13,0 1 0,0 0-1,0 0 1,0-1 0,0 1 0,1 0 0,-1 0-1,0 0 1,0 0 0,0 0 0,0 0 0,0 1-1,0-1 1,0 0 0,1 0 0,-1 1 0,0-1-1,0 1 1,0-1 0,0 1 0,0-1 0,0 2-1,7 5-18,-1 0 0,0 0 0,0 1 0,-1 0 0,9 14 0,8 9 28,1-8-13,0-1-1,1-2 1,41 26-1,-51-36 14,1-1 0,1 0-1,0-1 1,0-1-1,0-1 1,1-1-1,28 6 1,-45-11-12,0 0 0,1 1-1,-1-1 1,1 0 0,-1 0 0,0 0 0,1 0-1,-1 0 1,1 0 0,-1 0 0,0 0 0,1-1-1,-1 1 1,1-1 0,-1 1 0,0-1 0,1 1-1,1-2 1,-3 1 3,1-1 0,-1 1 0,1 0 0,-1-1 0,0 1 0,0-1 0,0 1 0,1 0-1,-1-1 1,-1 1 0,1-1 0,0 1 0,0 0 0,0-1 0,-1 1 0,1 0 0,-1-1 0,1 1 0,-1-2 0,-5-8 4,0 0-1,0 0 1,-1 1 0,0 0 0,-1 0 0,0 0 0,-1 1 0,0 0-1,0 1 1,-12-8 0,-1-3-26,-63-53-199,-4 3 0,-130-76 0,217 144 270,-1 0 0,2-1 0,-1 1 0,0-1-1,0 1 1,0-1 0,1 1 0,-1-1 0,0 0-1,1 0 1,0 0 0,-1 0 0,0-2 0,2 3-27,-1 0 0,1-1-1,0 1 1,0 0 0,-1 0 0,1 0 0,0-1 0,0 1 0,1 0 0,-1 0 0,0 0 0,0 0 0,0-1 0,1 1 0,-1 0-1,1 0 1,-1 0 0,1 0 0,0-1 0,4-4 28,0 0 0,0 0 0,1 1 0,0 0 0,0 0 0,10-7-1,-9 7-60,535-384 605,-530 380-777,5-2 83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2:55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23 585 10226,'0'0'4736,"-4"0"-4659,3 0-76,1 0-1,-1-1 0,1 1 1,-1 0-1,0 0 0,1 0 1,-1 0-1,1 0 0,-1 0 1,1 0-1,-1 0 0,1 0 1,-1 0-1,1 0 1,-1 0-1,1 0 0,-1 1 1,1-1-1,-1 0 0,1 0 1,-1 0-1,1 1 0,-1-1 1,1 0-1,-1 1 0,1-1 1,-1 0-1,1 1 1,0-1-1,-1 1 0,1-1 1,0 1-1,-1-1 0,1 1 1,0-1-1,0 1 0,0-1 1,-1 1-1,1-1 0,0 1 1,0-1-1,0 1 0,0-1 1,0 1-1,0-1 1,0 1-1,0-1 0,0 1 1,0 0-1,0-1 0,0 1 1,0-1-1,1 1 0,-1-1 1,0 1-1,0-1 0,0 1 1,1 0-1,1 1 4,0 1-1,0-1 0,0 0 1,0 1-1,0-1 0,0 0 1,1-1-1,-1 1 0,1 0 1,-1-1-1,1 1 1,0-1-1,3 1 0,2 1-64,1 0 0,0-1 0,0 0 0,0 0 0,0-1-1,0 0 1,0-1 0,0 0 0,0 0 0,1-1 0,-1 0 0,15-5-1,-19 5-14,0-1-1,0 0 1,0-1-1,0 1 1,-1-1-1,1 0 1,-1 0-1,0 0 1,0-1-1,0 1 1,0-1-1,-1 0 1,1 0-1,-1 0 1,0-1-1,0 1 1,-1-1-1,1 0 1,-1 0-1,0 1 1,0-1-1,-1-1 1,2-5-1,-1-2 37,0 0 0,-1 0 0,-1-1 0,0 1 0,-1 0 0,0-1 0,-1 1 0,0 0 0,-1 0 0,-1 0 0,0 0 1,0 1-1,-2-1 0,1 1 0,-2 1 0,1-1 0,-10-11 0,-12-13 977,-2 0 0,-1 2 1,-56-47-1,87 81-879,0-1 0,0 1 0,0 0 0,0-1 0,0 1 0,1 0 0,-1 0 0,0-1 0,0 1 0,0 0 0,0 0 0,0-1 0,0 1 0,0 0 0,0 0 0,1-1 0,-1 1 0,0 0 0,0 0 0,0-1 0,0 1 0,1 0 0,-1 0 0,0 0 0,0 0 0,1-1 0,-1 1 0,0 0 0,0 0 0,1 0 0,-1 0 0,0 0 0,0 0 0,1 0 0,-1 0 0,0 0 0,1 0 0,-1 0 0,0 0 0,0 0 0,1 0 0,-1 0-1,0 0 1,0 0 0,1 0 0,-1 0 0,0 0 0,1 0 0,32-4 135,23-6-485,-42 5-128,-1 0-1,0 0 1,0-1 0,-1-1-1,1 0 1,13-11 0,8-21-5556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2:55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10882,'0'0'4017,"53"114"-3841,-29-67-112,1-12 328,-1-13 72,15-19 41,7-3 39,6-13-376,12-25-72,13-9-96,-17 6-1025,-22 16-3439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2:55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1 159 9842,'0'0'5309,"33"-26"-5095,108-77-132,-135 98-79,1 1-1,-1 1 0,1-1 1,0 1-1,0 0 0,0 1 1,12-3-1,-15 5 0,0 0 0,0 0 0,0 0 0,0 0-1,0 1 1,1-1 0,-1 1 0,4 2 0,-1-2 6,0 2 34,-1-1 0,0 1 0,0 0-1,0 1 1,0 0 0,-1-1 0,0 2 0,1-1-1,-1 1 1,-1-1 0,1 1 0,-1 1 0,0-1-1,0 1 1,0-1 0,-1 1 0,1 0 0,-2 0-1,1 1 1,-1-1 0,0 1 0,2 9 0,2 11 214,-1 0 0,-1 0 0,-1 1 0,-2 32 0,0-42-111,-2-1-1,0 1 1,-2 0 0,0-1 0,0 0-1,-2 0 1,-11 29 0,11-34-58,-1-1 1,-1 0-1,0 0 0,-1-1 1,0 0-1,0 0 1,-1-1-1,0 0 1,0 0-1,-1-1 1,-16 9-1,19-12-77,-1-1 0,0 0 0,0 0 0,0-1 0,-1 0 1,1 0-1,-1-1 0,0 0 0,1-1 0,-11 1 0,-28-1-3665,29-1-3155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2:57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17 6089,'0'0'7483,"-9"3"-6680,-16 3-399,-2-2-1,1 0 1,0-2-1,-39-2 1,64 0-418,1 0 0,0-1 1,-1 1-1,1 0 0,0 0 1,-1-1-1,1 1 0,0 0 1,-1-1-1,1 1 0,0-1 1,0 1-1,-1-1 0,1 1 0,0 0 1,0-1-1,0 1 0,0-1 1,0 1-1,-1-1 0,1 1 1,0-1-1,0 1 0,0-1 1,0 1-1,0 0 0,0-1 0,1 1 1,-1-1-1,0 1 0,0-1 1,0 1-1,0-1 0,1 1 1,-1-1-1,0 1 0,0 0 1,1-1-1,-1 1 0,0 0 0,0-1 1,1 1-1,-1 0 0,1-1 1,10-3-61,0 1 1,0 0 0,0 0-1,0 1 1,0 1 0,1 0-1,-1 0 1,19 2 0,-18 0 22,-9-1 48,0 0 0,0 0 1,-1 1-1,1-1 0,0 1 1,0 0-1,-1 0 0,1 0 0,-1 0 1,1 0-1,-1 1 0,1-1 1,-1 1-1,0-1 0,1 1 0,-1 0 1,0 0-1,0 0 0,-1 0 0,1 1 1,0-1-1,-1 0 0,1 1 1,-1-1-1,0 1 0,0-1 0,0 1 1,0 0-1,0-1 0,0 1 1,0 5-1,1 9 16,0 0 0,0 0 0,-3 35 1,0-38 1,0 0 42,-1-1-1,-1 0 1,0 0-1,-1 0 1,0 0-1,-1-1 1,0 0-1,-1 0 1,0 0-1,-1 0 1,-11 13-1,8-11 60,-2 0 1,0 0-1,0-2 0,-1 1 1,-1-1-1,0-1 0,-30 18 1,40-27-96,-1 0 1,1 0 0,-1 0 0,0 0 0,1-1 0,-1 1 0,0-1 0,-7 0 0,11-1-33,0 0 0,0 0 0,0 0 1,0 0-1,0 0 0,0 0 0,0 0 1,0-1-1,0 1 0,0 0 0,0-1 1,0 1-1,0-1 0,0 1 0,0-1 1,0 0-1,1 1 0,-1-1 0,0 0 1,0 1-1,1-1 0,-1 0 0,0 0 0,1 0 1,-1 0-1,1 0 0,-1 0 0,1 1 1,-1-1-1,1 0 0,0 0 0,0 0 1,-1-1-1,1 1 0,0 0 0,0 0 1,0 0-1,0 0 0,0 0 0,0-1 1,0-34-1473,0-2-1916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2:57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4857,'0'0'8727,"2"-10"-8220,7-16-210,-5 39 121,-4 76 439,-1-31-570,-1 210 397,5 318-57,-3-564-635,2 1 0,0-1 1,1 0-1,1 0 0,1 0 0,11 28 0,-16-49-71,1 1-12,-1-1 1,0 1-1,1-1 1,0 1-1,-1-1 1,1 0-1,0 1 0,-1-1 1,1 0-1,0 0 1,0 1-1,0-1 1,0 0-1,0 0 0,0 0 1,1 0-1,-1 0 1,0 0-1,0-1 1,1 1-1,-1 0 1,0-1-1,1 1 0,-1-1 1,1 1-1,-1-1 1,3 1-1,9-1-5050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2:58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1 9786,'0'0'5713,"-60"177"-5265,43-67-80,-1 17-23,4 2-161,7 7 128,0-16-184,7-16 96,0-22-224,0-15 8,0-23-8,-31-12-232,10-14-929,-18-18-2855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2:58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12707,'0'0'2984,"200"7"-2063,-94-7-449,10 0-272,3 3-136,11 3-64,21-6-48,-32 0-1641,-34 0-8505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2: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46 5985,'0'0'8925,"-7"-3"-8532,3 1-365,2 0-12,0 1 1,0 0-1,0 0 0,0 0 1,0 0-1,0 0 0,0 1 0,-1-1 1,1 1-1,0-1 0,0 1 0,-1 0 1,1 0-1,0 0 0,-1 0 1,1 0-1,0 1 0,0-1 0,-1 1 1,1-1-1,0 1 0,0 0 0,0 0 1,0 0-1,0 0 0,0 0 1,0 0-1,0 1 0,-3 2 0,-3 5-7,1 0-1,1 0 0,-1 0 1,1 1-1,1 0 0,0 0 1,0 1-1,1 0 0,0-1 1,1 1-1,1 0 1,-3 17-1,0 18 27,1 79 0,4-106-22,0-9-13,0 1 0,1 0-1,0 0 1,0-1-1,1 1 1,1-1 0,0 1-1,9 19 1,-9-24-2,1 0-1,0 0 1,0-1 0,1 1 0,0-1 0,0 0 0,0 0 0,0 0-1,1-1 1,0 0 0,0 0 0,0-1 0,0 1 0,10 3-1,-7-3-32,1-1 0,0 1 0,0-2 0,0 1 0,0-1-1,0-1 1,1 0 0,-1 0 0,0-1 0,1-1-1,-1 1 1,0-2 0,14-2 0,-16 1 6,0 1-1,-1-1 1,1-1-1,-1 0 1,0 0 0,0 0-1,0 0 1,-1-1-1,0 0 1,0-1 0,0 0-1,0 1 1,-1-2-1,0 1 1,0-1 0,-1 1-1,4-9 1,-1 2 52,-1 1-1,0-2 1,-1 1 0,0-1-1,-1 0 1,-1 0 0,0 0-1,-1 0 1,-1 0 0,0-1-1,-1 1 1,0 0 0,-1-1-1,-1 1 1,0 0 0,-1 0-1,0 0 1,-1 0 0,-1 0-1,0 1 1,-1 0 0,-1 0-1,0 0 1,0 1 0,-1 0-1,-1 1 1,0 0 0,-1 0-1,0 0 1,0 2 0,-1-1-1,0 1 1,-1 1 0,-14-9-1,13 11 18,0 0 0,-1 0 0,0 1-1,0 1 1,0 0 0,0 1-1,0 0 1,-20 0 0,26 3-223,-1-1 0,1 2 0,-1-1 1,1 1-1,-1 1 0,1-1 0,0 1 0,0 1 1,0-1-1,0 2 0,0-1 0,1 1 1,-1 0-1,1 0 0,-8 7 0,-16 21-5819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2:59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 11202,'0'0'3997,"26"20"-3953,-14-10-41,7 4 7,0 2 0,0 0 0,-2 1 0,0 1 0,-1 0 0,-1 2 0,25 40 0,-12-8 7,-3 1 1,-1 0-1,-4 2 0,-1 1 1,-3 0-1,9 65 0,-22-103 323,-3-23 585,-1-26-487,3-32-60,3 0-1,3 0 1,18-70-1,62-185-861,-63 238-723,-14 43-2935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2:59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8514,'0'0'8418,"18"42"-8304,-1-5-88,6 13 26,-2 2-1,-2 0 1,19 85-1,-20-29 84,-5 0-1,-1 178 0,-13-326-5,2-1-1,2 1 1,1 0-1,15-59 1,-6 51-53,2 1 0,2 0-1,3 1 1,1 2 0,40-62 0,-56 98-66,1 0 1,0 1-1,1 0 1,-1 0-1,1 1 1,1 0-1,-1 0 1,1 1 0,0-1-1,12-4 1,-15 8-310,0 0 0,0 0-1,1 0 1,-1 1 0,1-1 0,-1 2 0,1-1 0,0 0 0,-1 1 0,1 0 0,0 1 0,-1-1 0,1 1 0,-1 0-1,1 0 1,-1 1 0,1-1 0,8 6 0,19 15-9544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00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7 9002,'0'0'8239,"-24"-2"-8027,6-1-201,1 2 1,-1 0-1,-28 3 0,44-1-10,-1-1 0,1 1 0,0 0 0,0 0 0,-1 0 0,1 1 0,0-1 0,0 0 0,0 1 0,0-1 0,0 1 0,0 0 0,1 0 0,-1 0 0,1-1 0,-1 2 0,1-1 0,0 0 0,-1 0 0,0 4-1,-13 48 38,12-37-24,-5 18-9,1 0 0,2 1 0,2 0-1,1 0 1,2 0 0,6 55 0,-4-82-7,0 0 1,0 0-1,1 0 0,0 0 1,0 0-1,1 0 1,0-1-1,1 0 0,0 0 1,0 0-1,1 0 1,0-1-1,0 0 1,1 0-1,0-1 0,0 1 1,1-2-1,-1 1 1,13 6-1,-5-5 1,0 0 0,0 0-1,0-2 1,1 0 0,0-1 0,0 0-1,1-1 1,-1-1 0,1-1 0,21-1-1,-31 0 7,-1-1-1,1 0 0,0 0 0,-1-1 0,1 1 0,-1-2 0,1 1 0,-1-1 0,0 0 0,0 0 0,0 0 1,0-1-1,-1 0 0,1 0 0,-1-1 0,0 0 0,-1 1 0,1-2 0,-1 1 0,0 0 0,0-1 0,0 0 0,-1 0 1,0 0-1,0 0 0,3-12 0,1-4 63,-1-1 0,-1 0 0,0 0-1,-2-1 1,-1 1 0,-1-38 0,-3 49-22,0-1 0,0 0 1,-1 1-1,0 0 0,-1-1 0,-1 1 0,0 1 0,-1-1 0,0 1 0,0 0 0,-1 0 1,-1 1-1,0 0 0,0 0 0,-1 1 0,0 0 0,-1 0 0,-20-13 0,16 12-53,0 1 1,0 0-1,-1 1 0,0 1 0,0 0 0,-1 1 0,0 1 0,0 0 0,0 2 0,-1-1 1,1 2-1,-1 0 0,0 1 0,-18 2 0,28-1-182,1 1-1,0 0 1,-1 1-1,1 0 1,0 0-1,0 0 1,0 0-1,0 1 1,0 0-1,1 0 1,-1 1-1,1 0 1,0 0-1,0 0 1,0 0-1,1 1 1,-1 0-1,-6 9 1,-17 34-6281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00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 11242,'0'0'4833,"14"22"-4763,104 151 36,-85-120-89,-2 1-1,29 70 1,-51-103-5,-2 0 0,0 0 1,-1 0-1,-1 1 0,-1 0 0,-2 0 1,0 0-1,-1 0 0,-3 41 1,1-61-10,0 0 1,1-1 0,-1 1 0,0-1 0,0 1-1,0-1 1,0 1 0,0-1 0,-1 0-1,1 0 1,0 1 0,-1-1 0,1 0 0,-1 0-1,1 0 1,-1-1 0,1 1 0,-1 0 0,1-1-1,-1 1 1,0-1 0,0 1 0,1-1 0,-1 0-1,0 1 1,-3-1 0,2 0 11,0 1 1,0-1-1,0 0 0,0 0 0,0 0 1,0-1-1,0 1 0,0-1 0,0 1 1,0-1-1,0 0 0,1 0 0,-1 0 1,0-1-1,-4-2 0,3 0 53,2-1-1,-1 1 0,0 0 0,1-1 1,0 1-1,0-1 0,0 0 1,1 0-1,-1 0 0,1 0 1,0 0-1,1 0 0,-1-6 1,2-71 499,3 60-463,0 1 0,1 0 1,2 0-1,0 0 0,1 1 0,1 0 1,1 0-1,1 1 0,23-31 0,4-1 54,3 3 0,51-48 0,-82 86-144,17-16 43,56-44-1,-74 64-66,-1 0-1,1 1 1,0 0 0,0 0-1,1 1 1,-1 1 0,1-1-1,0 2 1,0-1 0,0 1-1,20-1 1,-27 3-97,1 0 0,-1 0 0,0 1 0,1-1 0,-1 1 0,0 0 1,0 0-1,0 0 0,1 0 0,-1 0 0,0 1 0,-1-1 0,1 1 0,0 0 0,0 0 0,-1 0 1,1 0-1,-1 0 0,1 1 0,-1-1 0,0 1 0,0-1 0,0 1 0,2 5 0,13 36-4688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01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680 153 7058,'0'0'5110,"-20"-10"-4401,-62-27 24,75 34-667,1 1 0,-1 0 1,0 0-1,0 1 1,0-1-1,0 2 1,0-1-1,0 1 1,0 0-1,0 1 1,0-1-1,0 1 1,0 1-1,0-1 0,0 1 1,0 1-1,1-1 1,-1 1-1,1 0 1,0 0-1,-8 6 1,0 2 4,-1 1 0,2 1 1,0 0-1,0 1 1,1 0-1,-10 17 0,10-15 2,1 1 0,0 1-1,2 0 1,0 0-1,0 1 1,2 0 0,0 0-1,2 1 1,0-1 0,1 1-1,1 1 1,-1 33 0,4-49-68,0 0 0,0 1 0,1-1 0,0 0 0,0 0 0,0 0 0,0 0 0,1 0 0,0 0 0,0 0 0,0 0 0,1-1 0,0 1 1,4 6-1,-2-6-3,0 0 0,1 0 1,-1-1-1,1 0 1,0 0-1,0 0 1,0-1-1,1 0 0,-1 0 1,10 3-1,2-1-18,0-1 0,0 0 0,0-1-1,0-1 1,1 0 0,-1-2 0,0 0 0,1-1-1,-1-1 1,0 0 0,1-2 0,-2 0 0,1-1-1,0-1 1,-1 0 0,0-2 0,-1 0 0,1 0 0,-2-2-1,25-18 1,-22 12 3,0-1 0,-1 0 0,-1-1 0,-1-1 0,0-1 0,-2 0 0,0 0 0,-1-2 0,-2 1 0,0-1 0,-1-1 0,-1 0 0,-1 0 0,-1-1 0,-1 0 0,-2 1 0,0-2 0,-1 1 0,-1 0 0,-6-48 0,5 68 18,-1 0-1,0 1 1,0-1 0,-1 0 0,1 1 0,-1-1 0,1 1 0,-1-1-1,0 1 1,0 0 0,-1-1 0,1 1 0,-1 0 0,-3-2-1,5 4 2,0-1-1,-1 1 0,1 0 0,-1 0 0,1 0 0,-1 0 0,1 1 0,-1-1 0,0 0 0,1 1 0,-1-1 0,0 1 0,0-1 0,1 1 0,-1 0 0,0 0 0,0 0 0,0 0 0,1 0 0,-1 0 0,0 0 0,0 1 0,0-1 0,1 1 0,-1-1 0,0 1 0,1 0 0,-1 0 0,1-1 0,-1 1 0,0 0 0,-1 2 0,0 0 10,1 0-1,-1 0 0,0 0 1,1 0-1,0 1 0,0-1 0,0 1 1,0-1-1,0 1 0,1 0 0,-2 5 1,-10 51 98,12-55-97,-7 48 115,3-1 0,2 1 0,3 0 0,9 83 0,51 209 9,-60-343-139,13 60 20,-4-1 1,-2 2-1,0 81 0,-8-124-10,1 0 0,-2 1-1,-1-1 1,0 0-1,-2-1 1,0 1-1,-1-1 1,-1 0-1,-1 0 1,-1-1 0,0 0-1,-1 0 1,-1-1-1,-16 19 1,10-20 11,0 0 0,-1-2 0,-1 0-1,0-1 1,-1-1 0,0-1 0,0 0 0,-2-2 0,1 0 0,-1-2 0,0 0 0,-1-1 0,1-2 0,-1 0 0,-46 1 0,49-5 17,-1 0 0,0-2 1,1-1-1,-1 0 0,1-1 1,0-1-1,-38-16 0,44 15-5,1-1 0,0 0 0,0-1-1,0-1 1,1 0 0,1-1 0,-1 0 0,2 0-1,-1-1 1,1-1 0,-11-17 0,15 19 11,0 1 0,1-1 0,1-1 0,0 1 0,0 0 1,1-1-1,0 0 0,1 0 0,0 0 0,0 0 0,1-14 1,1 19-37,0-1 0,1 0 1,0 0-1,0 1 1,1-1-1,-1 0 0,2 1 1,-1-1-1,1 1 0,-1 0 1,2 0-1,-1 0 1,1 0-1,0 1 0,0-1 1,0 1-1,1 0 0,10-9 1,5 0-34,1 0 1,0 2 0,1 0-1,0 1 1,45-14 0,124-23-1492,-119 32-80,39-10-4424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02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569 23 6865,'0'0'9665,"-35"-4"-9299,-112-12-165,138 15-192,1 0 0,-1 1 1,0 0-1,1 1 0,-1 0 0,1 0 0,-1 0 1,1 1-1,0 1 0,-1 0 0,1 0 1,-12 6-1,10-2 0,-1 1 1,1 0 0,1 1-1,-1 0 1,-12 16-1,8-9 10,-11 12 64,1 0 0,2 2-1,-32 54 1,45-67-50,1 0 0,1 0-1,1 0 1,0 1 0,1 0 0,1 0 0,1 0-1,0 1 1,0 24 0,3-40-34,0 0 1,1 0-1,-1 0 1,0 0-1,1-1 0,-1 1 1,1 0-1,0 0 1,0 0-1,0-1 0,1 1 1,-1-1-1,0 1 1,1-1-1,0 1 1,-1-1-1,1 0 0,0 0 1,0 0-1,1 0 1,-1 0-1,0 0 0,0-1 1,1 1-1,-1-1 1,1 1-1,0-1 1,-1 0-1,6 1 0,5 2-10,1-2-1,0 0 0,-1 0 0,29-2 1,-38 0 8,10-1-22,-1 0-1,0-1 0,0-1 1,0 0-1,0-1 1,0 0-1,-1-1 0,0-1 1,0 0-1,0 0 1,-1-1-1,0-1 0,0 0 1,-1 0-1,0-1 1,10-11-1,-1 0 3,-1-1-1,-1-1 1,-1 0-1,-1-2 1,-1 1 0,20-49-1,-29 59 20,0-1 0,-1 0-1,0 0 1,-1 0-1,-1 0 1,2-27 0,6 48-136,-3 13 195,-1 0 1,0 0 0,-2 0 0,4 34 0,2 7 86,-4-33-72,1 13 15,2-1 0,2 1 0,1-2 0,25 53 0,-35-87-85,1-1 0,0 0 0,0 0 0,0 0 0,0 0-1,0 0 1,8 5 0,-10-8 0,0 0 0,0-1-1,0 1 1,-1-1-1,1 1 1,0-1 0,0 1-1,0-1 1,0 0 0,1 1-1,-1-1 1,0 0-1,0 0 1,0 0 0,0 0-1,0 0 1,0 0-1,0 0 1,0 0 0,0 0-1,0-1 1,0 1 0,0 0-1,0-1 1,0 1-1,0-1 1,0 1 0,0-1-1,0 1 1,0-1-1,0 0 1,0 1 0,0-1-1,-1 0 1,1 0 0,0 1-1,-1-1 1,1 0-1,-1 0 1,1 0 0,-1 0-1,1 0 1,0-2 0,61-137 109,-15 26-134,-24 65-59,3 2-1,1 0 1,53-68 0,-78 112 79,1 0 0,-1 0 0,1 1 0,0-1-1,-1 1 1,1 0 0,0-1 0,6-1-1,-9 3 8,1 1-1,-1 0 1,1 0 0,0-1-1,-1 1 1,1 0-1,0 0 1,-1 0-1,1 0 1,0 0-1,0 0 1,-1 0-1,1 0 1,0 0-1,-1 0 1,1 1-1,0-1 1,-1 0 0,1 0-1,0 1 1,-1-1-1,1 0 1,-1 1-1,1-1 1,-1 0-1,1 1 1,0 0-1,2 4 27,0-1 0,-1 1 0,0 0 0,0 0 1,0 0-1,-1 0 0,1 0 0,0 9 0,3 8 81,10 34 17,-1-10 30,-3 1 0,-1 1 0,-3-1-1,2 55 1,-9-101-144,0 0-1,0 0 0,-1 1 0,1-1 0,0 0 0,-1 0 0,1 0 0,0 0 0,-1 0 0,0 0 1,1 0-1,-1 0 0,0 0 0,1 0 0,-1 0 0,0 0 0,0 0 0,0-1 0,0 1 1,0 0-1,0 0 0,0-1 0,0 1 0,0-1 0,-1 1 0,1-1-5,1 1-1,-1-1 1,1 0-1,-1 0 1,0 0-1,1 0 0,-1 0 1,1 0-1,-1 0 1,0 0-1,1 0 1,-1 0-1,1 0 1,-1 0-1,0 0 1,1 0-1,-1-1 1,1 1-1,-1 0 0,0 0 1,1-1-1,-1 1 1,1 0-1,-1-1 1,1 1-1,-1 0 1,1-1-1,0 1 1,-1-1-1,1 1 0,-1-1 1,1 1-1,0-1 1,0 1-1,-1-1 1,1 0-1,0 1 1,0-1-1,-1 1 1,1-1-1,0 0 1,0 1-1,0-1 0,0 1 1,0-1-1,0-1 1,0-13-47,1 0 1,0-1-1,1 1 1,1 0-1,0 0 1,1 0-1,0 1 1,2-1-1,-1 1 1,2 0-1,0 1 1,0-1 0,13-15-1,0 3-79,0 0 0,2 2 0,0 0 0,2 2 0,35-27 0,-51 42 114,1 1-1,-1 0 1,1 0-1,0 1 1,1 0 0,-1 0-1,1 1 1,0 1-1,0 0 1,0 0 0,1 1-1,-1 0 1,15-1 0,-20 4 5,-1 0 0,0 1 0,1-1 0,-1 1 0,0 0 0,0 0 0,0 0 0,0 0 0,0 1 0,-1 0 0,1-1 1,-1 1-1,0 1 0,0-1 0,0 0 0,0 1 0,0 0 0,4 7 0,3 5 6,0 1 1,-1 0-1,7 21 1,-9-15 69,-2-1 0,0 2-1,-1-1 1,-2 0 0,0 1 0,-1 0 0,-2-1 0,-3 26 0,3-44-46,0 0 0,0 0-1,0 1 1,-1-1-1,0 0 1,0 0-1,0-1 1,0 1 0,-7 8-1,-1 5 193,9-17-110,1-2-112,-1-1 0,1 1 0,-1-1 0,1 0 0,0 1 0,0-1 0,-1 1 0,1-1 0,1 0 0,-1 1 1,0-1-1,0 0 0,0 1 0,1-1 0,-1 1 0,1-1 0,0-1 0,12-28-136,-1 8 29,1 2 0,1-1 0,1 2 0,1 0 0,0 1 1,29-25-1,-32 32 66,1 0 0,0 1 0,1 1 0,0 0 0,0 1 0,1 1 1,0 1-1,1 0 0,0 1 0,18-5 0,-33 11 39,1-1 0,-1 0 0,1 1-1,-1 0 1,1 0 0,-1-1 0,1 1-1,-1 1 1,1-1 0,-1 0 0,1 1 0,-1-1-1,1 1 1,-1 0 0,1 0 0,-1 0-1,0 0 1,1 0 0,-1 0 0,0 1 0,0-1-1,0 1 1,0-1 0,0 1 0,-1 0-1,1 0 1,0 0 0,-1 0 0,1 0 0,-1 0-1,0 0 1,0 0 0,0 1 0,2 3-1,0 7 22,0 1-1,-1-1 0,0 1 1,-1-1-1,-1 21 0,1 0 50,0-10-19,-1-6 0,2 0 0,6 36 0,-8-52-53,1 1 0,-1 0-1,1-1 1,0 1-1,0-1 1,0 1-1,0-1 1,0 1 0,0-1-1,1 0 1,-1 1-1,1-1 1,0 0 0,0 0-1,-1 0 1,1 0-1,1-1 1,-1 1 0,0 0-1,0-1 1,1 0-1,-1 1 1,0-1-1,1 0 1,-1 0 0,5 1-1,18-1-1996,-4-1-5143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03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28 334 11362,'0'0'3432,"31"8"-3016,103 26-127,-123-32-279,1-1 0,-1 0 1,0 0-1,0-1 0,1-1 0,-1 0 0,0 0 0,0-1 0,0-1 0,0 0 0,0 0 0,-1-1 0,1 0 0,-1-1 0,0 0 1,-1-1-1,1 0 0,-1-1 0,0 1 0,0-2 0,-1 1 0,0-1 0,-1-1 0,1 1 0,-1-1 0,9-18 0,-11 20-3,0-2-1,-1 1 1,0 0-1,-1-1 0,1 1 1,-2-1-1,1 0 0,-2 0 1,1 0-1,-1-1 1,0 1-1,-1 0 0,0 0 1,-2-15-1,1 19 2,0 0 0,0 0-1,-1 1 1,1-1 0,-1 0-1,0 1 1,-1-1 0,1 1 0,-1-1-1,0 1 1,0 0 0,0 0 0,-1 1-1,1-1 1,-1 1 0,0 0-1,0-1 1,0 2 0,0-1 0,-1 0-1,1 1 1,-1 0 0,1 0 0,-1 0-1,0 1 1,0-1 0,-6 0-1,-1 0 16,0 1 0,0 0-1,0 0 1,0 1-1,0 1 1,0 0 0,0 1-1,0 0 1,1 1-1,-1 0 1,1 1 0,-15 6-1,11-2 23,1 0-1,-1 0 1,2 2-1,-1 0 1,1 0-1,1 1 1,0 1-1,-15 18 1,15-16-2,2 1 1,-1-1 0,2 2-1,0-1 1,1 1-1,1 1 1,0-1 0,1 1-1,1 1 1,1-1-1,0 1 1,1-1-1,1 1 1,1 0 0,0 0-1,1 0 1,4 25-1,-2-35-29,1 1-1,0-1 0,0 0 0,1 0 0,0 0 1,0 0-1,1-1 0,0 1 0,0-1 0,1-1 0,0 1 1,0-1-1,1 0 0,-1 0 0,1-1 0,0 0 1,1 0-1,15 7 0,0-1 23,2-1 0,-1-1-1,1-1 1,0-1 0,30 4 0,20-3 241,146-1-1,-165-8-97,19-2 165,0-4-1,115-26 1,-213 52-2156,-11 2-1924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11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99 8234,'0'0'5884,"9"-1"-5412,108-23-224,11-2-44,-47 18-61,0 4 0,117 9 0,-170-1-115,0 1-1,-1 1 1,39 15 0,-18-6 191,-47-20-245,0-1 1,0 1 0,0 0-1,0-1 1,-1 1 0,-1-11-1,1 12-235,0-35-2954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12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10026,'0'0'3977,"0"167"-3233,28 10-136,0 54-32,0-10-192,-7-47-175,-14-61-33,-3-53 0,-1 0-112,1-12 0,3-13-64,-7-64-1761,0-25-2200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12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1 155 10722,'0'0'5772,"40"-20"-5566,-8 4-169,0-2-5,0 2 1,2 1-1,0 2 0,0 1 1,1 2-1,67-10 1,87 7 79,207 12 0,-197 16 230,-68-3-1581,-43-9-3135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12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0 6561,'0'0'7101,"-1"45"-6267,-33 536 87,6 8 459,27-587-1383,1-1 0,0 0 0,0 0 0,0 0 0,0 1 0,0-1 0,0 0 0,0 0 0,1 0 0,-1 0 0,0 1 0,1-1 0,-1 0 0,1 0 1,-1 0-1,1 0 0,-1 0 0,1 0 0,0 0 0,0 1 0,1-2-1,-1 0 1,0 0-1,0 0 0,0-1 1,0 1-1,0 0 0,1 0 1,-1-1-1,0 1 1,0-1-1,0 1 0,0-1 1,0 1-1,0-1 0,0 0 1,0 1-1,0-1 1,-1 0-1,1 0 0,0 0 1,0 0-1,0 0 1,16-19-17,-2 0 0,0 0 1,-1-2-1,18-36 0,6-8-115,-4 6-82,-24 40 181,1 0 1,1 0 0,0 1 0,2 1-1,0 0 1,31-29 0,-45 46 33,1 1-1,-1-1 1,1 1-1,-1-1 1,1 1-1,-1-1 1,1 1-1,0 0 1,-1-1-1,1 1 1,0-1-1,-1 1 1,1 0-1,0 0 1,-1 0-1,1-1 1,0 1-1,0 0 1,-1 0-1,1 0 1,0 0-1,0 0 1,-1 0-1,1 0 1,0 0-1,0 0 1,-1 1-1,1-1 1,0 0-1,-1 0 1,1 1-1,0-1 1,-1 0-1,1 1 1,0-1-1,-1 1 1,1-1-1,-1 1 1,1-1 0,0 2-1,9 28 3,-10-28 9,8 57 268,0 67 0,3 20-144,-11-139-230,1 0 0,0 0 0,1 0 0,-1-1 1,1 1-1,1-1 0,-1 1 0,1-1 0,0 0 0,1 0 1,0 0-1,-1 0 0,2-1 0,-1 1 0,1-1 1,9 8-1,5-6-3587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13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29 12459,'0'0'2339,"7"29"-2128,-2-9-162,-3-6-21,1-1 0,1 1 0,1-1 0,7 17 0,-9-24-8,0 0 0,1 0 0,0-1 1,0 0-1,0 1 0,1-2 0,-1 1 0,1 0 1,1-1-1,-1 0 0,0 0 0,1 0 0,0-1 0,9 4 1,17 5 12,1-2 1,-1-1 0,2-2 0,-1-1 0,1-2 0,0-1 0,53-3-1,-80 1-33,-1-2 0,0 1 0,1-1 0,-1 0 0,0 0 0,1-1 0,-1 0 0,0 0 0,0 0 0,0-1 0,-1 0 0,1 0 0,0 0 0,-1-1 0,0 0 0,0 0 0,7-7 0,-7 5-6,-1 0 0,0-1-1,0 0 1,-1 1 0,0-1-1,0 0 1,0 0 0,-1-1-1,0 1 1,-1 0 0,0-1 0,0 1-1,0-1 1,-1-11 0,0 15 3,0-1 0,0 0 0,-1 1 0,0-1 0,0 1 1,0-1-1,0 1 0,-1-1 0,1 1 0,-1 0 0,0 0 1,0 0-1,-1 0 0,0 0 0,1 0 0,-1 1 0,0-1 1,-1 1-1,1 0 0,0 0 0,-1 0 0,0 0 0,0 0 1,0 1-1,0 0 0,0 0 0,0 0 0,0 0 0,-7-1 1,-9-2 12,0 1 1,-1 1-1,1 0 1,-1 2 0,-25 1-1,30 0-6,-1 1 0,1 1 0,-1 1-1,1 0 1,0 1 0,0 1-1,1 1 1,-1 0 0,1 1 0,1 0-1,-1 1 1,1 1 0,0 0-1,1 1 1,0 1 0,-12 13 0,14-13 44,1 0 0,1 0 1,0 2-1,1-1 0,0 1 1,0 0-1,2 1 0,0-1 1,0 1-1,1 0 0,1 1 1,0 0-1,1-1 0,1 1 1,0 0-1,1 0 1,2 30-1,0-37-23,0 1-1,1-1 1,0 1 0,0-1 0,1 0-1,0 1 1,1-2 0,0 1 0,0 0-1,1-1 1,-1 1 0,10 9 0,-4-7-6,0 0 1,1 0 0,0-1-1,0-1 1,1 0-1,0-1 1,16 8 0,0-3-4,1-1 0,1-1 0,0-2 0,0-1 0,1-1 0,45 2 0,-39-6-35,0-1-1,64-8 1,-83 4-169,1-1 1,-1 0-1,0-1 0,0-1 0,-1-1 0,0 0 0,18-11 0,27-28-2332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14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9418,'0'0'5377,"21"34"-4527,66 116-321,-77-129-443,0 1 0,-2 0 0,-1 1 0,-1 0 0,0 0 0,-2 0 0,-1 1 1,-1-1-1,-1 25 0,3 15 73,-2-22-91,-1-26-48,-1 0-1,2-1 0,4 18 1,-6-32-21,0 1 0,0 0 1,1 0-1,-1 0 1,0-1-1,1 1 0,-1 0 1,0 0-1,1-1 1,-1 1-1,1 0 0,0-1 1,-1 1-1,1 0 0,-1-1 1,1 1-1,0-1 1,0 1-1,-1-1 0,1 0 1,0 1-1,0-1 0,-1 0 1,1 1-1,0-1 1,0 0-1,0 0 0,0 0 1,-1 0-1,1 0 1,0 0-1,0 0 0,0 0 1,0 0-1,-1 0 0,1 0 1,0 0-1,0-1 1,0 1-1,-1 0 0,1-1 1,0 1-1,0 0 0,-1-1 1,1 1-1,0-1 1,-1 1-1,1-1 0,1-1 1,33-29-53,-4-8-100,-2-1 1,45-79-1,32-97-533,-46 90 521,-58 122 170,6-11 202,-8 23 139,-1 12-113,-9 172 97,10-191-331,0-1 0,0 1 0,0-1 1,1 1-1,-1-1 0,0 1 0,0-1 0,1 0 1,-1 1-1,0-1 0,1 1 0,-1-1 1,0 0-1,1 1 0,-1-1 0,0 0 0,1 0 1,-1 1-1,1-1 0,-1 0 0,1 0 1,-1 1-1,0-1 0,1 0 0,-1 0 0,1 0 1,-1 0-1,1 0 0,-1 0 0,1 0 1,-1 0-1,1 0 0,-1 0 0,1 0 0,0 0 1,21-4-80,-10-2 13,0-1 1,-1 0 0,1-1-1,-2 0 1,1-1 0,-1 0-1,0 0 1,15-21 0,8-5-40,-13 13 85,-14 15 20,-1 0-1,2 1 1,-1 0-1,12-9 1,-18 15 1,1 0 0,-1 0 0,0 0 0,0 0 0,0-1 0,0 1 0,1 0 0,-1 0 0,0 0 0,0 0 0,0 0 0,0 0 0,1 0 0,-1 0 0,0 0 0,0 0 0,0 0 0,1 0 0,-1 0 0,0 0 0,0 0 0,0 0 0,1 0 0,-1 0 0,0 0 0,0 0 0,0 0 0,0 0 0,1 0 0,-1 0 0,0 0 0,0 0 0,0 1 0,0-1 0,1 0 0,-1 0 0,0 0 0,0 0 0,0 0 0,0 1 0,0-1 0,0 0 0,0 0 0,1 0 0,-1 0 0,0 1 0,0-1 0,0 0 0,0 0 0,0 0 0,0 1 0,4 15 70,0 1-1,-1 0 1,-1 0 0,-1 24 0,7 41 150,-4-60-201,1-1 0,1 0 0,1-1 0,1 0 0,1 0 0,19 33 0,-24-46-17,1 0 1,0-1 0,0 1 0,1-1-1,0 0 1,0-1 0,0 1-1,1-1 1,-1-1 0,1 1 0,0-1-1,1 0 1,-1 0 0,1-1-1,0 0 1,-1-1 0,1 0-1,0 0 1,1 0 0,12 0 0,-10-1 3,0-1 0,0-1 0,0 1 0,0-2 0,0 1 1,19-6-1,-24 4-4,1 0 0,0-1 0,0 0 0,-1 0 0,0 0 1,0 0-1,0-1 0,-1 0 0,1-1 0,7-10 0,-1 2-2,-1 0 0,-1-1 0,0 0 0,-1-1 0,-1 0 0,-1-1 0,0 0 0,-1 0 0,-1 0 0,0-1-1,-1 1 1,-1-1 0,-1 0 0,-1 0 0,0 0 0,-1-1 0,-4-25 0,3 41 1,0-1-1,0 0 1,-1 1 0,1-1 0,-1 1-1,0-1 1,0 1 0,0 0 0,-1-1-1,1 1 1,-1 1 0,1-1 0,-1 0-1,0 1 1,0-1 0,0 1 0,-1 0-1,1 0 1,-1 0 0,1 0 0,-1 1-1,1-1 1,-1 1 0,0 0 0,-6-1-1,5 1 13,1 0 0,-1 0-1,0 1 1,0 0-1,0 0 1,1 0 0,-1 0-1,0 1 1,0 0-1,1 0 1,-1 0 0,0 0-1,1 1 1,-1 0-1,1 0 1,-1 0 0,1 0-1,0 1 1,0 0-1,-6 5 1,4-1 3,0 1 0,1 0-1,0 1 1,0-1 0,0 1 0,1 0-1,1 0 1,0 0 0,0 0 0,0 1 0,-1 16-1,0 11 104,0 62-1,4-98-116,0 14 38,1 0 1,0-1-1,1 1 1,0-1-1,2 1 0,-1-1 1,2 0-1,9 22 0,-9-27-12,0-1 0,0 1 0,1-1 0,1 0 0,-1 0 0,1-1 0,0 0-1,1 0 1,0 0 0,0-1 0,0 0 0,1-1 0,14 7 0,-3-4 25,1 0 0,-1-2 0,1-1 0,0 0 0,0-2 0,31 2 0,135-5 43,-128-2-138,-37 1-897,0 0-1,27-6 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15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9338,'0'0'5937,"-1"3"-5866,-1 7-52,1 0-1,0 1 1,0-1 0,1 0 0,0 1-1,1-1 1,1 0 0,-1 0-1,1 0 1,4 11 0,5 34 136,32 610 582,-32-489-732,-2-142-24,-8-34-9,-1 1 1,0 0-1,1 0 1,-1-1-1,1 1 1,-1 0-1,1-1 1,-1 1-1,1 0 1,0-1-1,-1 1 1,1-1-1,-1 1 1,1-1-1,0 1 1,0-1-1,-1 0 1,1 1-1,0-1 1,1 1-1,0-2-129,0 0-1,0 0 1,0 0-1,0 0 0,0 0 1,0 0-1,0 0 0,-1-1 1,1 1-1,0-1 0,-1 1 1,1-1-1,-1 0 1,0 1-1,0-1 0,0 0 1,1 0-1,-2 0 0,1 0 1,0 0-1,0 0 1,-1 0-1,1-3 0,19-57-7774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16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9458,'0'0'3202,"37"-1"-3050,-19 1-132,30-1 8,0 2-1,0 2 1,0 2-1,47 11 0,-52-5-26,0 2-1,-1 2 0,0 1 0,-2 2 1,0 2-1,67 46 0,-90-54 2,0 1-1,0 1 1,-2 0-1,0 2 1,0-1-1,-2 2 1,0 0 0,-1 0-1,0 1 1,-2 1-1,0 0 1,-1 0-1,-1 1 1,0 0-1,-2 0 1,5 28-1,-7-27 75,-2 1 0,0 0 0,-1-1 1,-1 1-1,-1 0 0,-1 0 0,-1-1 0,-1 0 0,0 1 0,-2-1 0,-1-1 0,0 1 0,-2-1 0,0 0 0,-23 35 0,9-25 92,-1-1 1,-1 0 0,-2-2-1,-1-1 1,-1-1 0,-1-2-1,-1-1 1,-39 22 0,40-29-79,0 0 0,0-2 0,-2-1 1,1-1-1,-2-2 0,1-1 0,-1-1 1,0-3-1,-51 2 0,74-5-79,-39-5 75,47 3-92,1 1 1,-1-1 0,1 0 0,-1 1 0,1-1 0,-1 0 0,1 0 0,-1 0 0,1 0 0,0 0 0,-1 0-1,1 0 1,0 0 0,0-1 0,0 1 0,0 0 0,0-1 0,0 1 0,1-1 0,-1 1 0,0-1 0,1 1-1,-1-1 1,1 1 0,-1-4 0,0 0-67,1 0-1,0-1 1,1 1-1,-1 0 1,1 0 0,0-1-1,0 1 1,0 0-1,1 0 1,0 0-1,4-7 1,0-1-330,1 1-1,1 0 1,15-19-1,38-36-2218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16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467 72 9074,'0'0'5795,"-34"-15"-5218,0 0-418,0 1 0,-46-11 0,75 24-139,0 0 0,1 1 0,-1 0 0,0 0 1,0 0-1,1 0 0,-1 1 0,0-1 0,1 1 0,-1 0 0,1 1 0,-1-1 0,1 1 0,-1 0 0,-6 4 0,3 0 19,-1 1 0,1 0 0,1 0 0,-13 14 0,6-6 14,1-1-18,-1 1 1,2 0-1,0 0 1,1 2-1,0-1 1,1 1-1,1 1 1,1-1-1,1 2 1,0-1-1,1 1 1,1 0 0,1 0-1,1 0 1,0 1-1,2-1 1,0 1-1,1 0 1,3 20-1,-2-34-38,0 1 1,1-1-1,0 0 0,0 0 0,0 0 0,1 0 0,0-1 0,0 1 1,0-1-1,1 0 0,0 1 0,0-2 0,0 1 0,1 0 0,7 6 1,-3-5-1,1 0 1,-1 0 0,1-1 0,0 0 0,0-1 0,0 0 0,1 0 0,18 3-1,-14-4-15,1-1 0,-1 0 0,1-1 0,0-1-1,-1 0 1,1-2 0,0 1 0,-1-2-1,1 0 1,-1-1 0,0 0 0,0-1 0,15-8-1,-16 4-31,-1-1 0,0 0 0,-1-1 0,0 0 0,0-1 0,-1 0 0,-1-1 0,0 0 0,-1-1 0,0 0 0,-1 0 0,-1-1 0,0 0 0,-1 0 0,-1-1 0,0 1 0,-1-1 0,-1 0 0,0-1 0,-2 1 0,1 0 0,-2-1 0,-2-23 0,2 40 62,0-1 0,0 1 1,0-1-1,0 1 0,0-1 0,0 1 1,0-1-1,0 1 0,0-1 0,-1 1 1,1-1-1,0 1 0,0-1 0,0 1 0,-1 0 1,1-1-1,0 1 0,-1-1 0,1 1 1,0 0-1,-1-1 0,1 1 0,0 0 0,-1 0 1,1-1-1,-1 1 0,1 0 0,-1 0 1,1-1-1,0 1 0,-1 0 0,1 0 0,-1 0 1,1 0-1,-1 0 0,1 0 0,-2 0 1,1 0 12,0 0 0,1 1 1,-1-1-1,0 0 0,0 1 1,0-1-1,0 1 1,0 0-1,1-1 0,-1 1 1,0-1-1,1 1 1,-1 0-1,0 0 0,1-1 1,-1 1-1,1 0 0,-1 0 1,1 0-1,-1 0 1,1 1-1,-6 22 20,1-1 1,1 1-1,1 0 0,1 0 0,1 0 1,3 33-1,-1-8-25,-1-37-20,1-1-1,0 1 0,0-1 1,1 1-1,1-1 0,4 14 1,-5-19-16,1-1 0,-1 0 1,1 0-1,0 0 1,0 0-1,1 0 0,-1 0 1,1-1-1,0 0 1,0 0-1,1 0 0,-1 0 1,1 0-1,6 3 1,2-2-559,0-1 0,0 0 0,0-1-1,0 0 1,0-1 0,26 1 0,8-2-6178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16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10642,'0'0'3092,"17"33"-2952,6 9-86,11 22 82,32 82 0,-6 27-98,-52-144 562,-2 0 0,0 0 1,-2 0-1,0 32 1,-6-140-373,0 19 196,8-83-1,-5 127-378,2 0 0,0 0 0,0 1 1,2-1-1,0 1 0,0 0 0,2 0 0,0 0 1,0 1-1,12-16 0,-15 26-112,1-1 0,-1 2 0,1-1 0,0 0-1,0 1 1,0 0 0,0 0 0,1 1 0,-1 0 0,1-1 0,-1 2 0,1-1 0,0 1-1,0 0 1,0 0 0,0 0 0,0 1 0,0 0 0,0 0 0,7 2 0,1-1-604,0 1 1,-1 0-1,1 1 1,-1 1-1,0 0 1,0 0-1,19 10 1,5 9-10497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17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7946,'0'0'7935,"-2"36"-7779,0-12-121,-8 239 414,21 66 710,-6-273-1022,3 0 0,3 0 0,31 97 0,-40-148-144,0 1-1,1-1 1,0 0 0,0 0-1,0 0 1,1 0 0,-1 0 0,1-1-1,6 6 1,-9-9-3,0 0 0,0-1 0,0 1 0,0 0 0,1 0 0,-1-1 1,0 1-1,0-1 0,0 1 0,1-1 0,-1 0 0,0 1 0,0-1 0,1 0 0,-1 0 0,0 0 0,1 0 1,-1 0-1,2 0 0,-2-1-3,1 0 1,-1 0 0,1 1 0,-1-1-1,1 0 1,-1 0 0,0-1 0,0 1-1,1 0 1,-1 0 0,0-1 0,0 1-1,0 0 1,0-1 0,0 1 0,-1-1-1,1 1 1,1-4 0,32-80-99,32-69 43,-53 131 65,0 0 0,1 1 1,1 1-1,30-33 1,-2 12-70,2 1 1,2 3 0,57-37-1,-95 69-155,0 1 0,1 0-1,-1 0 1,1 1 0,0 0 0,15-3-1,-25 7 184,0 0-1,1-1 0,-1 1 0,0 0 0,1 0 0,-1 0 1,0 0-1,1-1 0,-1 1 0,0 0 0,1 0 1,-1 0-1,1 0 0,-1 0 0,0 0 0,1 0 0,-1 0 1,1 0-1,-1 0 0,0 0 0,1 1 0,-1-1 1,0 0-1,1 0 0,-1 0 0,1 0 0,-1 1 1,0-1-1,0 0 0,1 0 0,-1 1 0,0-1 0,1 0 1,-1 0-1,0 1 0,0-1 0,1 0 0,-1 1 1,0-1-1,0 1 0,-9 16-1717,-30 21-1589,-10 6-1865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17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4545,'0'0'11578,"6"28"-11093,-3-15-433,-1 0 3,1 0 1,1 0-1,0-1 1,1 1-1,7 12 0,-8-18-22,0-1-1,0 0 1,1 0-1,0 0 1,0 0-1,1-1 1,0 0-1,0 0 1,0-1-1,0 1 1,0-1-1,1-1 1,0 1-1,8 2 1,-4-1 14,572 239 1413,-579-242-1536,0 0 1,0 0-1,0 0 0,1-1 1,-1 0-1,0 0 1,1 0-1,6 0 1,-2-1-1732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18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51 5545,'0'0'9398,"-9"-7"-9243,-13-7-142,16 15 30,29 34 115,20 30 84,-7 1-137,-4 0 0,-2 3 1,-3 0-1,-3 1 0,-3 2 0,-4 0 0,11 92 1,-27-143-10,-5-27 119,-5-35 116,3 2-312,1 0 0,2 0 1,1-1-1,3 1 0,1-1 0,10-54 0,-6 63 14,1 0 0,2 1 1,1 0-1,2 0 0,0 1 1,2 0-1,2 1 0,25-36 1,-33 53-4,1-1 0,1 2 1,0-1-1,0 1 0,1 1 0,0 0 1,19-12-1,-22 17-28,0 0-1,0 0 1,0 1 0,1 0-1,0 1 1,0 0 0,-1 0-1,1 1 1,0 0 0,0 0-1,1 1 1,-1 0-1,11 2 1,-3 1-203,0 1 0,-1 0 1,0 1-1,0 1 0,0 0 0,-1 1 0,20 12 0,24 22-3886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18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204 175 8050,'0'0'7407,"-28"-22"-6903,-89-61-298,88 72-158,29 11-47,-1 0 1,1 0-1,-1 0 1,1 1-1,-1-1 1,1 0 0,0 0-1,-1 1 1,1-1-1,-1 0 1,1 1-1,0-1 1,-1 0 0,1 1-1,0-1 1,-1 0-1,1 1 1,0-1-1,0 1 1,-1-1-1,1 1 1,0-1 0,0 1-1,0-1 1,0 1-1,0 0 1,-8 29 50,3 1 1,0 1-1,2-1 1,2 64-1,2-75-49,-1-8-2,0 1-1,1 0 1,1-1-1,0 1 1,1-1-1,1 0 1,0 0-1,0 0 1,1 0-1,0-1 1,14 22-1,-13-25 2,0-1-1,0 0 0,1 0 0,0 0 0,0-1 1,0 0-1,1 0 0,0-1 0,0 0 0,0 0 1,1-1-1,0 0 0,-1-1 0,1 0 0,1 0 1,15 2-1,-13-2 2,0-1-1,-1-1 1,1 0 0,0-1 0,0 0 0,0-1 0,-1 0-1,1 0 1,0-2 0,-1 1 0,1-2 0,-1 1-1,0-1 1,0-1 0,0 0 0,-1-1 0,11-7 0,-9 3 11,0 0 0,0-1 0,-1-1 0,0 0 0,-1 0 0,-1-1 0,0-1 0,0 1 0,-2-1 0,0-1 0,0 1 0,-1-1 0,-1 0 0,-1-1 0,0 1 0,0-1 0,-2 0 0,1-29 0,-2 37 27,-1 0 0,-1 0 0,0 0 0,0 0 0,0 0 0,-1 0 0,0 0-1,-1 0 1,1 1 0,-1-1 0,-1 1 0,0 0 0,0 0 0,0 0 0,-1 1 0,0-1 0,0 1-1,0 0 1,-1 1 0,0-1 0,0 1 0,-1 0 0,1 1 0,-1-1 0,0 1 0,-12-5 0,-2 0 63,-1 0 1,0 1 0,0 1 0,-33-6 0,39 10-104,1 1-1,-1 0 1,0 2 0,1-1-1,-1 2 1,0 0-1,-22 5 1,37-6-97,-1 1 1,1-1-1,-1 1 0,1 0 1,-1 0-1,1 0 0,-1 0 1,1 0-1,0 0 0,-1 0 1,1 0-1,0 0 0,0 1 1,0-1-1,0 0 0,0 1 1,0-1-1,1 1 1,-1-1-1,0 1 0,1 0 1,-1-1-1,1 1 0,-1-1 1,1 1-1,0 0 0,0-1 1,0 1-1,0 0 0,0-1 1,0 1-1,1 3 0,-1-2-297,0 23-5811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19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9 9890,'0'0'5692,"-31"-3"-4889,1 0-681,0 1-1,-39 2 1,66 0-115,0 1 0,0 0 0,0-1 0,0 1-1,0 0 1,0 0 0,0 1 0,0-1 0,0 1 0,1-1-1,-1 1 1,0 0 0,1 0 0,0 0 0,-1 0-1,1 1 1,0-1 0,-2 4 0,0 1 5,0 0 0,1-1 0,0 1 1,1 1-1,-3 9 0,1-2 8,-4 18 7,1 0-1,2 1 1,1 0 0,2 69-1,3-87-26,0 0-1,1 0 0,0 0 0,1 0 0,1 0 1,1-1-1,0 0 0,1 1 0,1-2 0,0 1 1,1-1-1,0 0 0,1-1 0,1 0 0,12 14 1,-12-17-1,0 0 1,1-1-1,0 0 0,0-1 1,1 0-1,0-1 1,0 0-1,1-1 1,0 0-1,0-1 1,1 0-1,-1-1 0,1-1 1,0 0-1,0-1 1,0 0-1,21-1 1,-30-1 13,0-1 0,0 1-1,-1-1 1,1 0 0,0 0 0,0 0 0,-1-1 0,1 0 0,-1 0 0,0 0 0,1 0 0,-1-1 0,0 1 0,0-1 0,6-7 0,-4 4 28,-1 0 1,-1 0-1,1-1 1,-1 0-1,0 1 1,0-2-1,-1 1 1,0 0-1,2-9 1,0-7 106,0 0 1,-2 0 0,0 0-1,-2-1 1,-2-41-1,0 50-107,-2 1 0,0-1 1,0 1-1,-1 0 0,-1 0 0,0 0 0,-1 0 0,-1 1 0,0 0 0,0 1 0,-2-1 0,1 1 0,-2 1 0,1 0 0,-2 0 1,1 1-1,-1 0 0,-1 1 0,-12-8 0,20 14-163,-1-1 0,1 1-1,-1 1 1,1-1 0,-1 1 0,0-1 0,0 1 0,0 1 0,-1-1 0,1 1-1,0 0 1,0 0 0,-1 0 0,1 1 0,-1 0 0,1 0 0,0 0-1,-9 2 1,4 6-3637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19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1 124 4241,'0'0'10373,"4"5"-9813,3 5-373,0 0 0,0 0 0,-1 1 0,-1 0 0,0 0 0,0 0 0,3 13 0,21 95 794,-14-50-629,8 33-13,-12-48-187,25 74-1,-36-127-150,0-1 0,0 1 0,0-1 0,0 1 0,0-1 0,1 1 1,-1-1-1,0 1 0,0-1 0,0 1 0,0-1 0,1 1 0,-1-1 0,0 1 0,1-1 0,-1 1 0,0-1 0,1 0 0,-1 1 0,0-1 0,1 1 0,-1-1 0,1 0 0,-1 1 0,1-1 0,-1 0 0,1 0 0,-1 1 0,1-1 0,-1 0 0,1 0 0,-1 0 0,1 0 0,-1 0 0,1 0 0,-1 0 0,1 0 0,-1 0 0,1 0 0,0 0 1,-1 0-1,1 0 0,-1 0 0,1 0 0,-1 0 0,1-1 0,-1 1 0,1 0 0,-1 0 0,1-1 0,-1 1 0,1 0 0,-1-1 0,0 1 0,1 0 0,-1-1 0,0 1 0,1-1 0,-1 1 0,0-1 0,1 1 0,-1-1 0,19-32 50,-18 31-52,40-88 28,96-189-12,-115 241-18,2 0 0,2 1 0,1 1 1,58-58-1,-84 93 3,6-6-1,0 0-1,1 1 0,0 0 0,9-5 1,-15 10-2,-1 0 1,1 0-1,-1 1 1,1-1-1,-1 0 1,1 1 0,0-1-1,0 1 1,-1-1-1,1 1 1,0 0-1,-1-1 1,1 1-1,0 0 1,0 0 0,0 1-1,-1-1 1,1 0-1,0 1 1,-1-1-1,1 0 1,0 1-1,-1 0 1,1 0-1,0-1 1,-1 1 0,1 0-1,-1 0 1,0 0-1,1 0 1,1 2-1,5 8 23,-1 1-1,0-1 0,-1 1 0,0 1 1,0-1-1,-2 1 0,1 0 1,-2 0-1,0 0 0,2 16 0,1 17 101,0 79-1,-6 31 288,1-167-412,0 0 1,2 0-1,-1 0 1,1 0 0,1 0-1,0 1 1,6-13-1,45-76-1,-23 51-3,51-61-1,-66 90 6,0 1 1,1 0-1,0 2 0,2 0 1,38-24-1,-53 37 0,1 0 0,-1 0 0,0 1-1,1 0 1,0 0 0,-1 0 0,1 1 0,0 0 0,0 0-1,0 0 1,6 1 0,-9 0 2,-1 1-1,1-1 1,0 1 0,-1 0-1,1 0 1,-1 0-1,1 0 1,-1 0 0,1 0-1,-1 1 1,0-1 0,0 1-1,0 0 1,0 0-1,0-1 1,0 1 0,0 1-1,0-1 1,-1 0-1,1 0 1,-1 1 0,0-1-1,0 0 1,0 1 0,2 4-1,10 39 20,-1 1 1,-3 0-1,-2 0 0,3 76 0,8 59 113,-5-120-202,43 118 0,-43-141-196,4 17-1328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23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10146,'0'0'3657,"316"41"-3177,-123-41-96,46 0 24,-22 0-184,-41-3-152,-60-4 8,-43 7-80,-2-3 0,-12 0-632,-20-10-984,-25 1-1129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23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9618,'0'0'3494,"36"41"-3060,9 9-331,20 21 50,79 114 0,-115-143-108,41 75-1,-63-103 18,0 0 0,-2 1 0,0 0 0,0 0 0,-1 0 0,-1 0 0,-1 1-1,0-1 1,-1 29 0,-1-39 14,-1 1 0,1 0-1,-2-1 1,1 1 0,-1 0 0,1-1-1,-2 1 1,1-1 0,0 0 0,-1 0 0,0 0-1,0 0 1,-1-1 0,1 1 0,-1-1-1,0 1 1,0-1 0,-1-1 0,-8 7-1,3-4-23,0 0 0,-1-1 0,1-1 0,-1 0 0,1 0 0,-1-1 0,-1 0 0,1-1 0,-13 1 0,21-2-49,0-1-1,-1 0 0,1 1 1,0-1-1,0 0 1,-1 0-1,1-1 1,0 1-1,0-1 0,-1 0 1,1 0-1,0 0 1,0 0-1,0 0 0,0 0 1,0-1-1,0 0 1,1 1-1,-1-1 0,-4-5 1,4 3-135,0-1 0,0 0-1,1 0 1,0 0 0,0 0 0,0 0 0,1 0 0,-1-1 0,1 1 0,1 0-1,-1-1 1,1-8 0,-1-53-3633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23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0 9194,'0'0'6688,"0"44"-6137,0-40-534,-16 398 826,-32-80-534,-1 23 84,46-325-367,1 0 1,1 1 0,1 0-1,1-1 1,4 24 0,-4-41-32,1 1 1,-1-1-1,1 0 1,0 0 0,-1 0-1,1 0 1,1 0 0,-1 0-1,0 0 1,1-1 0,-1 1-1,1-1 1,0 0 0,0 0-1,0 0 1,0 0 0,0 0-1,0-1 1,1 1-1,-1-1 1,1 0 0,-1 0-1,1 0 1,-1-1 0,1 1-1,5-1 1,15 3-6,0-2 1,47-4-1,-51 2 30,47-6 28,-1-3 1,73-21-1,60-9-736,-165 38-3070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24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10250,'0'0'6033,"0"215"-5608,0-130-73,0 4-8,11-7-120,-4-10-56,0-15-168,-4-9 0,-3-17 0,0-2-248,-10-13-1385,-15-16-2215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24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 12347,'0'0'2544,"-39"171"-7945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24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402 147 10762,'0'0'5535,"-24"-26"-5052,-5-6-307,-47-40 1,74 71-169,0-1-1,0 0 1,0 1 0,0-1 0,0 1-1,-1 0 1,1 0 0,0-1 0,-1 2-1,1-1 1,-1 0 0,0 0 0,1 1-1,-1 0 1,1-1 0,-1 1 0,0 0-1,1 0 1,-1 1 0,0-1 0,1 0-1,-1 1 1,1 0 0,-5 1 0,3 0 1,-1 1 1,1 1 0,-1-1 0,1 1-1,0-1 1,0 1 0,1 0 0,-5 6-1,0 0 11,-2 0-15,0 2 0,0 0 0,1 0 0,0 1-1,1-1 1,1 2 0,0-1 0,1 1-1,0 0 1,1 1 0,1-1 0,0 1 0,1 0-1,1 0 1,0 0 0,1 30 0,1-40-15,1 0 1,0 0-1,1-1 0,-1 1 1,1 0-1,0-1 0,0 0 1,0 1-1,1-1 1,0 0-1,0 0 0,0 0 1,0 0-1,0-1 1,1 1-1,-1-1 0,1 0 1,0 0-1,0 0 1,0-1-1,1 1 0,-1-1 1,1 0-1,-1 0 1,1-1-1,-1 1 0,1-1 1,6 1-1,17 3-261,0-1-1,0-2 1,51-1-1,-53-1-52,193-19-581,-216 19 910,-1 1 1,0-1-1,1 1 1,-1 0-1,0 0 1,0 0-1,1 0 1,-1 0-1,0 1 1,0-1-1,0 0 1,-1 1-1,1 0 1,0-1-1,0 1 1,-1 0-1,1 0 1,-1 0-1,0 0 1,0 0-1,1 0 1,-1 1-1,-1-1 1,1 0-1,0 0 1,0 1-1,-1-1 1,0 1-1,1 3 1,3 14 160,-2 0 1,2 31-1,-4-37-73,4 78 278,-3 0-1,-16 118 0,11-176-345,-2-1 1,-2 0-1,-1-1 1,-2 0-1,-1 0 0,-1-1 1,-1-1-1,-2 0 0,-33 46 1,34-56 17,-1-2 0,-1 0 1,0-1-1,-1 0 0,-1-2 0,-1 0 1,-27 15-1,34-22 15,0-1 0,-1-1 0,0 0 0,0-1 0,0-1 0,-1 0 0,1-1 0,-1 0 0,0-2-1,0 1 1,0-2 0,0 0 0,-15-2 0,26 1-49,0 0-1,0 0 0,0 0 1,1 0-1,-1-1 0,0 0 1,1 0-1,-1 0 0,1 0 0,0 0 1,-1-1-1,1 1 0,1-1 1,-1 0-1,0 0 0,1 0 1,-1-1-1,1 1 0,0 0 1,0-1-1,0 1 0,0-1 1,1 0-1,0 0 0,-1 1 1,2-1-1,-1 0 0,-1-6 1,1-3-23,0 1 0,0-1 0,1 0 0,0 0 0,2 1 0,-1-1 0,1 0 0,5-14 0,1 7-96,2 0-1,0 0 0,1 1 1,1 1-1,1 0 0,0 0 1,26-25-1,-14 15-161,66-77-1861,-12 14-2628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25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10658,'0'0'5878,"10"38"-5582,70 266 250,-58-190-286,-6-1-1,-4 2 1,-4 160-1,1-277-203,8-9-123,-1-2 0,0 0 0,-1-1 0,24-28 0,22-19-67,-53 53 108,26-21-100,47-32 0,-71 54 113,0 0 1,1 1 0,0 1-1,1 0 1,-1 0 0,1 1-1,0 1 1,0 0-1,20-3 1,-30 6 12,-1 0-1,1 0 1,0 0 0,-1 1-1,1-1 1,-1 0 0,1 1-1,-1-1 1,1 1 0,-1 0-1,1-1 1,-1 1 0,0 0-1,1 0 1,-1 0 0,0 0-1,1 0 1,-1 0-1,0 0 1,0 0 0,0 0-1,0 1 1,0-1 0,0 0-1,-1 1 1,1-1 0,0 1-1,-1-1 1,1 1 0,-1-1-1,1 1 1,-1-1 0,0 4-1,2 6 56,-1 1 0,0 0-1,-1 20 1,-1-15 18,0 53 79,0-3-58,8 69 0,-7-130-137,1-1 1,0 1-1,0-1 0,1 1 0,0-1 1,0 1-1,0-1 0,0 0 0,1 0 0,0 0 1,6 8-1,-6-10-240,-1 0 0,1-1 0,0 0 0,0 0 0,0 1 0,0-2 0,0 1 0,0 0 0,1-1 0,-1 1 0,7 1 0,19-1-6299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25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0 10962,'0'0'4677,"0"27"-3834,-17 353 676,15 168-519,8-495-964,3 0-1,2-1 0,18 54 0,6 25-588,-32-111-1107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25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9458,'0'0'7754,"182"-57"-6946,-84 57-376,15 0-152,10 0-40,0 0-136,-7 0-40,-22 0 16,-27 3-56,-67 35-24,-14 0-1176,-56 3-3009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30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0 146 9634,'0'0'3816,"6"-5"-3359,0 0-299,1-2 356,0 0-1,1 1 1,0 0-1,1 0 1,-1 1-1,12-5 1,29-8-474,0 2 1,1 3 0,1 2-1,99-9 1,210 12 11,-240 9-20,223-1 1254,-359-2-379,7 0-4065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49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61 6073,'0'0'6642,"-12"-2"-5814,-37-7-193,36 7 661,304 6-776,-56 1-359,236-26-1,-193-14-47,-274 35-56,-10 0 52,-23 1-881,0 2 0,-30 7 0,44-8-322,-26 1-5008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37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741 64 6409,'0'0'5755,"-11"-10"-4547,2 1-926,6 5-208,-1 1 1,1-1 0,-1 1 0,0-1-1,0 1 1,0 0 0,0 1 0,-1-1-1,1 1 1,-1 0 0,1 0 0,-1 0-1,0 0 1,0 1 0,0 0 0,0 0-1,-6 0 1,-7 0 8,0 1 0,0 0 0,0 2 0,0 0 0,0 1 0,1 1 0,-1 1 0,1 0 0,0 1 0,0 1 0,1 1 0,-25 14 0,-4 7 24,-44 36 0,74-53-71,1 0-1,0 2 0,1-1 1,0 2-1,1 0 0,-14 23 1,23-34-36,1 0 0,0 0 1,0 0-1,0 0 0,1 0 0,-1 0 1,1 1-1,0-1 0,0 1 1,1-1-1,-1 1 0,1-1 1,0 1-1,0-1 0,1 1 1,-1-1-1,1 1 0,0-1 1,0 0-1,0 1 0,1-1 1,0 0-1,-1 0 0,2 0 1,-1 0-1,0 0 0,1 0 1,4 5-1,7 4-10,-1-1 0,2 0-1,-1-1 1,2-1 0,26 14 0,-26-14 23,114 63-11,-38-23 24,160 115 1,-242-158-28,-1 1 0,0 0 1,0 1-1,-1 0 1,0 0-1,9 14 0,-16-21 4,0 0-1,0 0 0,0 1 0,0-1 1,0 0-1,0 0 0,-1 1 0,1-1 1,-1 0-1,0 1 0,0-1 0,1 0 0,-2 1 1,1-1-1,0 0 0,0 1 0,-1-1 1,1 0-1,-1 1 0,0-1 0,0 0 0,0 0 1,0 0-1,0 1 0,0-1 0,0 0 1,-1-1-1,1 1 0,-1 0 0,0 0 0,1-1 1,-1 1-1,0-1 0,0 1 0,0-1 1,0 0-1,0 1 0,-4 0 0,-18 11 28,-1-2-1,1-1 1,-2-1-1,1-1 1,-1-1 0,-35 5-1,-166 8 386,176-18-276,-40 2 191,-113-9 0,203 5-334,0 0 0,0 0 0,1 0 1,-1 0-1,0 0 0,0 0 1,1-1-1,-1 1 0,0 0 0,1 0 1,-1-1-1,0 1 0,1 0 1,-1-1-1,0 1 0,1 0 0,-1-1 1,1 1-1,-1-1 0,1 1 1,-1-1-1,1 1 0,-1-2 1,1 1-22,0 0 1,0 0 0,0 0-1,1 0 1,-1 0 0,0 0 0,1 0-1,-1 0 1,1 0 0,-1 0 0,1 1-1,-1-1 1,1 0 0,0 0 0,-1 0-1,1 1 1,0-1 0,0 0 0,0 1-1,-1-1 1,3 0 0,26-18-864,1 0 0,34-14 0,-25 13-334,59-35-3302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37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0 4665,'0'0'10557,"-7"9"-10438,4-4-110,0 0 1,0 1 0,0-1 0,1 1-1,0-1 1,0 1 0,0 0 0,1-1 0,0 1-1,0 0 1,1 0 0,-1 0 0,1 7-1,2 11 47,1-1 0,9 35 0,4 12 317,-3 1 0,7 133 0,-20-204-371,1 0 1,0 0-1,-1 0 1,1 0 0,-1 0-1,1 0 1,0-1 0,-1 1-1,1 0 1,-1 0 0,1-1-1,-1 1 1,1 0-1,-1-1 1,1 1 0,-1 0-1,1-1 1,-1 1 0,1-1-1,-1 1 1,1-1-1,-1 1 1,0-1 0,1 1-1,-1-1 1,0 1 0,0-1-1,1 1 1,-1-1-1,0 0 1,0 1 0,0-1-1,0-1 1,22-68-180,3 2 0,2 0 0,4 1 0,39-63-1,-68 128 174,-1 0 0,0 0 0,0 0 0,0 1 0,0-1 0,0 0 0,1 1 0,-1-1 0,1 1-1,-1 0 1,1-1 0,0 1 0,-1 0 0,1 0 0,0 0 0,3-1 0,-5 2 3,1 0 0,-1 0 0,0 0 0,0 1 0,1-1 0,-1 0 0,0 0 0,1 1 0,-1-1 0,0 0 0,0 0 0,1 1-1,-1-1 1,0 0 0,0 1 0,0-1 0,1 0 0,-1 0 0,0 1 0,0-1 0,0 1 0,0-1 0,0 0 0,0 1 0,0-1 0,0 0 0,0 1 0,0-1 0,0 0 0,0 1 0,0-1 0,0 1 0,0-1 0,0 0-1,0 1 1,0-1 0,0 0 0,0 1 0,-1-1 0,1 6 2,0 333 445,0-335-441,-1 0-1,2 0 0,-1 0 1,0 0-1,1 0 0,-1 0 1,1 0-1,0 0 0,1 0 1,-1-1-1,1 1 0,-1 0 1,1-1-1,4 7 0,-4-9-7,1 1 0,-1-1 0,0 1-1,0-1 1,1 0 0,-1 0 0,1 0 0,-1 0-1,1 0 1,-1-1 0,1 1 0,0-1-1,-1 0 1,1 1 0,-1-1 0,1-1-1,0 1 1,-1 0 0,1 0 0,0-1-1,-1 0 1,1 1 0,-1-1 0,3-2-1,8-2-69,-1-1 0,-1 0 0,1-1 0,-1-1 0,-1 0 0,1 0 0,-1-1 0,15-18 0,3 1-219,19-23-130,-32 33 358,0 0-1,2 1 1,-1 0-1,26-16 1,-41 30 66,-1 1 1,1-1 0,-1 1 0,0 0-1,1-1 1,-1 1 0,1 0-1,-1-1 1,1 1 0,-1 0-1,1 0 1,-1-1 0,1 1-1,-1 0 1,1 0 0,-1 0-1,1 0 1,0 0 0,-1-1 0,1 1-1,-1 0 1,1 0 0,-1 1-1,1-1 1,-1 0 0,1 0-1,0 0 1,-1 0 0,1 0-1,-1 1 1,1-1 0,-1 0-1,1 0 1,-1 1 0,1-1 0,-1 0-1,0 1 1,1-1 0,-1 0-1,1 1 1,-1-1 0,0 1-1,1-1 1,-1 1 0,0-1-1,1 2 1,0 27 254,-2-18-176,-2 51 220,-10 63 0,-1-4-1834,13-80-1024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38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26 9442,'0'0'4458,"-21"-5"-4323,-4-2-107,13 4-17,0 0 0,0 0 1,-1 1-1,1 1 0,0 0 0,-14 0 1,21 2 24,0 0 0,0 1 0,0-1 0,0 1 0,0 0 0,0 1 1,0-1-1,1 1 0,-1 0 0,1 0 0,0 0 0,0 0 0,0 1 0,0 0 1,1 0-1,-5 6 0,-8 10 262,-27 44-1,33-48-163,1 2 0,1-1 0,-10 31 0,15-40-113,1 0 0,0 1 0,1-1 0,-1 0 0,2 1 0,-1-1 0,1 1 0,1-1 0,-1 1 0,2-1 0,1 9 0,-1-13-20,0-1 0,0 1 0,0-1 0,0 1 0,1-1 0,-1 0 0,1 0 0,0 0 0,0 0 0,0-1-1,0 1 1,1-1 0,-1 0 0,1 0 0,-1 0 0,1 0 0,0-1 0,0 1 0,0-1 0,0 0-1,0 0 1,0 0 0,0-1 0,5 1 0,10 1-118,1-1 0,0-1 0,33-3 0,-34 0-147,0-1 0,-1-1 0,0-1 0,0 0 0,0-1 0,0-1 0,-1-1 0,16-11 0,7-7-542,-2-1-1,36-34 0,-73 62 895,-1 0-1,1 0 0,-1 1 0,1-1 0,-1 1 1,1-1-1,-1 0 0,0 1 0,1-1 0,-1 1 1,1-1-1,-1 1 0,0-1 0,0 1 0,1 0 1,-1-1-1,0 1 0,0-1 0,0 1 0,0-1 1,1 1-1,-1 0 0,0-1 0,0 1 0,0-1 1,0 1-1,0 0 0,-1-1 0,1 1 0,0-1 1,0 1-1,0 0 0,-1 0 0,2 38-274,-1-31 402,-1-2-265,1 0 1,0 0-1,0 0 1,0 0-1,1 0 0,0 0 1,1 0-1,-1 0 1,1 0-1,0 0 0,0-1 1,1 1-1,-1-1 1,1 1-1,1-1 0,-1 0 1,1 0-1,0-1 1,0 1-1,0-1 0,1 0 1,-1 0-1,1 0 1,0 0-1,7 3 0,14 5-2533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38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10226,'0'0'3873,"11"177"-3017,0-86-256,-4 26-264,-4 3 72,4 3-143,0 4-105,-3-10-56,-4-19-96,0-23 48,3-27-56,8-17 0,20-31-785,-3-31-1359,-3-20-4241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38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 12147,'0'0'4112,"-14"230"-3663,7-65-193,-3-1-56,3-19-48,0-25 96,7-38 16,0-6-16,0-3-104,0-23-136,7-21 8,10-14-16,18-15-456,-3-6-1025,-11-22-4560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42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391 145 4921,'0'0'6355,"-7"-23"-5411,2 1-709,-2 1-1,-13-31 1,18 50-208,1 0 0,0 0-1,-1 0 1,1 1 0,-1-1-1,1 1 1,-1-1 0,0 1-1,0-1 1,1 1 0,-1 0 0,0 0-1,0 0 1,-1 0 0,1 0-1,0 0 1,0 1 0,0-1-1,0 1 1,-5-1 0,-38 4 299,36-1-266,-1 0-19,1 0 0,-1 1 0,1 0 0,0 1 0,0 0 0,0 0 1,1 1-1,-1 0 0,1 1 0,0 0 0,1 0 0,-1 0 0,1 1 0,-10 12 0,15-16-37,-1 1 0,1-1 0,0 0 0,0 0 0,0 1 0,0-1 0,1 1 0,0 0 1,-1-1-1,1 1 0,0 0 0,1 0 0,-1 0 0,1 0 0,0 0 0,0-1 0,0 1 0,0 0 0,1 0 0,-1 0 0,1 0 0,0 0 0,0-1 0,0 1 0,1 0 0,0-1 0,-1 1 0,1-1 0,0 1 0,1-1 0,-1 0 0,0 0 0,1 0 0,0 0 0,0-1 0,0 1 0,0-1 0,4 3 0,37 25 5,1-2 0,85 38 0,-83-44 6,-1 2-1,78 54 1,-122-77-13,1 0 0,-1 1-1,0-1 1,0 1 0,0 0 0,-1 0-1,1-1 1,0 1 0,-1 0 0,1 1-1,-1-1 1,1 0 0,-1 0 0,0 0-1,0 1 1,0-1 0,0 1 0,-1-1-1,1 1 1,-1-1 0,1 1 0,-1-1-1,0 5 1,-1-4 7,0 0-1,-1 0 1,1-1 0,0 1-1,-1 0 1,0-1 0,0 1-1,0-1 1,0 1 0,0-1-1,0 0 1,-1 0 0,1 0-1,-1 0 1,1 0 0,-4 1-1,-14 7 42,0 0 0,-1-2-1,0 0 1,-22 4-1,42-11-48,-51 12 182,0-2 1,-1-2 0,0-3 0,-1-2 0,-102-6-1,155 2-198,0 0 0,0 0 0,0 0-1,0 0 1,0 0 0,0 0 0,0-1-1,0 1 1,0 0 0,0-1 0,0 1-1,0-1 1,1 1 0,-1-1-1,0 1 1,0-1 0,0 1 0,1-1-1,-1 0 1,0 1 0,1-1 0,-1 0-1,1 0 1,-1 0 0,1 0 0,-1 1-1,0-2 1,1 0-51,0 0 0,0 0 0,-1 0 0,1 0 0,1 0 1,-1 0-1,0 0 0,0 0 0,1 0 0,-1 0 0,1 0 0,1-3 0,2-3-741,1-1 0,0 1 1,0 0-1,8-10 0,28-29-7705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42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0 9106,'0'0'5749,"-6"34"-5477,-7 53-25,4 0 0,3 98-1,8-100-142,16 873 659,-19-957-795,1-1 0,0 1 0,0 0 0,0-1 1,0 1-1,0 0 0,-1-1 0,1 1 0,1 0 0,-1-1 0,0 1 0,0 0 0,0-1 0,0 1 0,0-1 0,0 1 0,1 0 0,-1-1 0,0 1 1,1-1-1,-1 1 0,0-1 0,1 1 0,-1-1 0,1 1 0,-1-1 0,0 1 0,2 0 0,7-9-1630,5-29-2034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42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9826,'0'0'1820,"34"-11"-1780,-1 0-24,-9 2-7,1 1-1,0 1 1,0 2-1,0 0 1,1 2-1,-1 0 1,27 2 0,-34 2 17,-1 0 0,1 1 0,0 1 0,-1 1 0,1 0 0,-1 1 0,0 1 0,-1 1 1,1 0-1,-1 1 0,-1 1 0,21 15 0,-26-16 53,0 0 0,-1 1 1,0 0-1,0 0 0,-1 1 0,0 0 0,-1 1 1,0 0-1,-1 0 0,0 0 0,-1 1 0,0-1 1,0 2-1,-2-1 0,1 0 0,-2 1 0,1-1 1,-1 18-1,-1-22 40,-2 0 0,1 1-1,-1-1 1,0 0 0,-1 1 0,0-1 0,0 0-1,-1 0 1,0 0 0,0-1 0,-1 1 0,-8 12-1,4-9 4,-1 0 0,0 0 0,0-1 0,-1 0 0,-1-1 0,0 0 0,-14 8 0,3-3-35,-1-2 0,0 0 0,-1-1 1,0-2-1,-1-1 0,0 0 0,-47 6 0,68-13-150,1 0 1,-1 0-1,0-1 1,0 1-1,1-1 0,-1 0 1,0 0-1,0-1 1,0 1-1,1-1 1,-1 0-1,0 0 1,1 0-1,-1 0 1,1-1-1,-1 1 1,1-1-1,0 0 1,-1 0-1,1 0 1,0-1-1,0 1 1,1-1-1,-1 1 1,0-1-1,1 0 1,0 0-1,0 0 0,0-1 1,0 1-1,0 0 1,0-1-1,1 1 1,0-1-1,0 1 1,0-1-1,0 0 1,0 0-1,1 1 1,-1-1-1,1-4 1,-2-51-4422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43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487 33 8562,'0'0'4917,"-31"-6"-4440,-97-17-131,123 22-314,-1 0 0,1 0 0,-1 1 0,1 0 1,-1 0-1,0 0 0,1 0 0,-1 1 0,1 0 1,-1 0-1,-9 4 0,11-3-7,1 0 0,0 0 0,-1 1 0,1-1 0,0 1 0,0 0 0,0 0 0,1 0 0,-5 6 0,-4 5 47,-14 17 45,1 1 1,2 0 0,1 2-1,2 0 1,1 2 0,2 0-1,1 0 1,2 2 0,-11 51-1,23-80-100,-6 60 71,6-66-87,1-1 1,0 1-1,1-1 1,-1 1-1,0 0 0,1-1 1,-1 1-1,1-1 0,0 1 1,0-1-1,0 0 0,0 1 1,0-1-1,1 0 0,-1 0 1,1 1-1,-1-1 0,1 0 1,0-1-1,-1 1 0,1 0 1,4 2-1,2-1-15,1 0 0,0 0-1,-1-1 1,1 0 0,0-1-1,0 0 1,1 0 0,-1-1-1,0 0 1,0-1 0,0 1-1,0-2 1,16-4 0,-5 1-85,1-2 1,-1 0-1,0-1 0,35-21 1,107-87-1352,-70 47 877,-69 57 541,-22 12 35,-1 0 0,1 0 0,-1 0-1,0 0 1,1 0 0,-1 0 0,1 0 0,-1 0-1,1 0 1,-1 0 0,1 0 0,-1 1 0,0-1-1,1 0 1,-1 0 0,1 0 0,-1 1 0,1-1-1,-1 0 1,0 0 0,1 1 0,-1-1 0,0 0-1,1 1 1,-1-1 0,0 0 0,1 1-1,0 2 46,0 1 0,0-1 0,-1 1-1,1-1 1,-1 1 0,0-1-1,0 1 1,0 6 0,-1 3 130,1 38 327,-2-24-415,1-1 0,2 0 0,1 0-1,1 0 1,1 0 0,12 42 0,-14-63-96,0 0 1,0 0 0,1 0-1,0-1 1,-1 1-1,2-1 1,-1 0-1,0 0 1,1 0-1,0 0 1,0 0-1,0-1 1,0 0-1,0 0 1,8 4-1,-2-3-314,-1 0 0,1-1-1,-1 0 1,1-1 0,0 0 0,0-1-1,15 1 1,35-1-4862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43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1 4569,'0'0'9410,"-204"85"-8562,141-19-152,0 13-112,14 13-151,6 6-41,19 3-56,24-13-64,0-15-128,38-13-128,29-19-16,14-25-152,49-26-392,-21-37-1145,-25-4-5168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44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34 222 9514,'0'0'4018,"33"7"-3739,105 20-92,-133-26-153,1 0 0,-1 0 0,1 0 1,-1-1-1,1 0 0,-1 0 0,1 0 1,0-1-1,-1 0 0,0 0 0,1 0 1,-1-1-1,0 0 0,0 0 0,1 0 1,-2-1-1,1 1 0,0-1 0,0 0 1,-1-1-1,0 1 0,0-1 0,0 0 1,0 0-1,0 0 0,-1 0 0,1-1 1,-1 1-1,2-6 0,-1 0 21,0 1 1,0-1-1,-1 0 1,-1 0-1,0 0 1,0 0-1,-1 0 1,0-1-1,-1 1 1,0 0-1,0 0 1,-3-14-1,2 21-53,0 0 0,0 1 0,0 0-1,-1-1 1,1 1 0,-1 0 0,1-1 0,-1 1 0,0 0 0,1 0-1,-1 0 1,0 1 0,0-1 0,-1 0 0,1 1 0,0-1-1,0 1 1,-1 0 0,1 0 0,-1 0 0,1 0 0,-1 0 0,1 0-1,-1 1 1,0-1 0,-4 1 0,-3-2 3,0 2-1,-1-1 1,1 1 0,0 1-1,0 0 1,-11 2 0,10 0 14,1 1 1,-1 1 0,1 0 0,0 0-1,1 1 1,-1 0 0,1 0-1,0 1 1,1 1 0,0-1-1,0 1 1,1 1 0,0-1 0,0 1-1,1 0 1,-9 17 0,3-5 59,2 0 0,0 0 1,2 1-1,0 0 0,1 0 1,2 1-1,-4 24 0,6-27 0,2 0 0,0 0 0,1 0 0,3 26 0,-2-39-54,1 0 0,-1-1 0,1 1 0,1 0-1,-1-1 1,1 0 0,0 1 0,1-1 0,-1 0 0,1-1-1,0 1 1,1-1 0,-1 1 0,1-1 0,7 6-1,2-2 16,0 0-1,0-1 0,0 0 0,1-1 0,0 0 0,1-1 0,-1-1 0,1-1 0,0 0 0,28 2 0,12-1-12,99-6-1,-69-6-837,-1-4 1,91-24-1,-172 34 693,63-13-4691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53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6 140 6009,'0'0'8519,"0"-1"-8496,0 1-1,-1-1 0,1 1 0,0-1 0,0 1 0,0 0 0,-1-1 0,1 1 0,0-1 0,0 1 0,0-1 0,0 1 0,0-1 0,0 1 1,0-1-1,0 1 0,0-1 0,0 1 0,0-1 0,1 1 0,-1-1 0,0 1 0,0 0 0,0-1 0,0 1 0,1-1 0,-1 1 0,1-1 1,22-6 65,17-1-23,352-66 188,-271 57-219,159-2 0,-268 19-34,74-1-14,95 12-1,-155-8 12,-1 1 0,1 1 0,-1 2 0,0 1 0,-1 0 0,0 2 0,0 1 0,25 15 0,-43-22 6,1 0 0,-1 1 0,0-1 1,0 1-1,0 0 0,-1 1 0,0 0 0,0-1 0,0 2 0,-1-1 0,0 0 0,0 1 0,0 0 0,-1 0 0,0 0 0,0 0 0,-1 0 0,0 1 0,0-1 0,0 11 0,-2-8 2,-1 0 0,0 0-1,0-1 1,-1 1 0,-1-1 0,1 1-1,-2-1 1,1 0 0,-1 0-1,0 0 1,-1 0 0,0-1 0,-1 0-1,0 0 1,0 0 0,-9 8-1,-43 44 24,-116 91 0,-81 35-15,175-130-10,-634 412 195,689-454-99,-37 23 215,58-34-275,0 1 0,0-1 0,0 1 0,0-1 0,0 1-1,1 0 1,0 1 0,0-1 0,0 0 0,-4 8 0,7-12-38,0 1 0,0-1 0,0 1 0,0-1 0,-1 0 0,1 1 0,0-1 0,0 1 0,0-1 0,0 0-1,0 1 1,0-1 0,0 1 0,0-1 0,0 0 0,0 1 0,0-1 0,0 1 0,1-1 0,-1 0 0,0 1 0,0-1 0,0 1 0,0-1 0,1 0-1,-1 1 1,0-1 0,0 0 0,1 1 0,-1-1 0,0 0 0,1 0 0,-1 1 0,0-1 0,1 0 0,-1 0 0,0 1 0,1-1 0,-1 0-1,0 0 1,1 0 0,0 0 0,15 5 0,0-1-1,0-1 0,0 0 1,0-1-1,1-1 0,19-1 1,-29 0-1,449-10 79,-47 0-9,-368 13-328,0 2-1,0 1 0,-1 3 1,0 1-1,0 2 0,50 22 1,-64-24-598,16 4-3422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53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1 9978,'0'0'2478,"-30"17"-2239,-92 59-155,119-74-83,0 1 1,0-1 0,1 0-1,-1 1 1,1 0 0,0-1-1,0 1 1,0 0 0,0 0-1,0 0 1,0 1-1,1-1 1,-1 0 0,1 1-1,0-1 1,0 1 0,1-1-1,-1 1 1,1-1 0,-1 1-1,1-1 1,0 1 0,0 0-1,1-1 1,-1 1-1,2 5 1,0 11 11,-2 6 16,1 1-1,2-1 1,0 1 0,1-1-1,9 27 1,-9-41-15,0-1-1,1 1 1,0-1-1,1 0 1,0-1-1,1 0 1,0 1-1,1-2 1,-1 1-1,2-1 1,0-1-1,0 1 1,13 8-1,-9-9-11,0-1-1,0 0 0,1-1 1,0 0-1,0-1 0,0-1 0,0 0 1,1-1-1,0-1 0,-1 0 1,1-1-1,0-1 0,0 0 0,18-2 1,-26 1-6,1 0 1,0 0-1,-1-1 1,1 0 0,-1 0-1,1-1 1,-1 0-1,0 0 1,0-1-1,0 0 1,-1 0 0,1 0-1,-1-1 1,0 0-1,0 0 1,-1-1 0,1 0-1,-1 1 1,0-2-1,-1 1 1,0-1-1,0 1 1,0-1 0,-1 0-1,0-1 1,0 1-1,-1 0 1,2-9-1,-2 8 26,-1-1-1,0 1 1,0 0-1,-1 0 0,0-1 1,0 1-1,-1 0 1,0 0-1,0-1 1,-1 1-1,0 0 0,-1 1 1,0-1-1,-6-13 1,2 11 27,0 1 0,-1-1 1,1 1-1,-2 1 0,1-1 1,-1 1-1,0 1 1,-1 0-1,-18-10 0,-2 1-6,0 2-1,-1 2 0,0 0 0,-1 2 0,0 2 0,-1 0 1,0 3-1,0 0 0,0 3 0,-63 1 0,29 7 55,64-6-96,0 1 0,0 0 0,-1 0 0,1 0 0,0 0 0,0 0 0,0 1-1,1-1 1,-1 1 0,0 0 0,0 0 0,1 0 0,-1 0 0,1 0 0,0 0 0,-2 4-1,3-5-10,0 0-1,1 0 0,-1 0 0,1 0 0,-1 0 0,1 0 0,-1 0 0,1 0 0,0 0 0,0 1 0,0-1 0,-1 0 0,1 0 1,0 0-1,0 1 0,1-1 0,-1 0 0,0 0 0,0 0 0,0 0 0,1 1 0,-1-1 0,1 0 0,-1 0 0,1 0 0,-1 0 1,1 0-1,0 0 0,-1 0 0,1 0 0,0 0 0,0-1 0,0 1 0,1 1 0,35 19-1227,21-8-2240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54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7001,'0'0'6026,"9"13"-5137,23 39-464,-3 1 0,-3 1 0,21 62 0,-2-8-215,19 51 2,-64-159-209,0 0 1,1 1-1,-1-1 1,0 0-1,0 1 0,0-1 1,0 0-1,0 1 1,1-1-1,-1 0 0,0 0 1,0 1-1,1-1 0,-1 0 1,0 0-1,0 1 1,1-1-1,-1 0 0,0 0 1,1 1-1,-1-1 0,0 0 1,1 0-1,-1 0 1,0 0-1,1 0 0,-1 0 1,0 0-1,1 0 0,-1 0 1,0 0-1,1 0 1,-1 0-1,1 0 0,-1 0 1,0 0-1,1 0 0,-1 0 1,0 0-1,1 0 1,-1 0-1,0 0 0,1-1 1,-1 1-1,0 0 1,1 0-1,-1 0 0,0-1 1,0 1-1,1 0 0,-1 0 1,0-1-1,0 1 1,1 0-1,-1-1 0,14-21 35,47-106-10,-34 66-18,2 2 0,4 1 0,64-88 0,-97 145-16,1 1 0,0 0 0,0 0 0,0 0-1,0 0 1,0 0 0,0 0 0,0 0 0,0 1 0,0-1 0,0 0 0,0 0 0,0 1 0,1-1 0,-1 1 0,0-1 0,2 1 0,-2 0 3,-1 0 0,1 0 0,-1 0 1,1 1-1,-1-1 0,1 0 0,-1 0 1,1 1-1,-1-1 0,1 0 0,-1 1 1,0-1-1,1 1 0,-1-1 1,1 1-1,-1-1 0,0 1 0,0-1 1,1 1-1,-1-1 0,0 1 0,0-1 1,1 1-1,-1-1 0,0 1 0,0 0 1,3 52 65,-3-43 13,0 307 520,0-312-595,0 1-1,0-1 1,1 0-1,0 0 1,0 0-1,0 0 1,0 1-1,3 4 1,-3-9-2,-1 0-1,1 0 1,-1 0-1,1 0 1,-1-1-1,1 1 1,0 0-1,-1-1 1,1 1 0,0 0-1,0-1 1,-1 1-1,1-1 1,0 1-1,0-1 1,0 1 0,0-1-1,0 0 1,0 1-1,1-1 1,0 0-1,-1 0 0,1 0 0,0 0 0,0-1 0,0 1 0,-1 0 0,1-1 0,0 0 0,-1 1 0,1-1 0,0 0 0,-1 0 0,1 0 0,-1 0 0,2-1 0,10-9-6,-1 0 1,0-1-1,-1 0 1,17-25-1,20-21-209,-27 35 70,9-10-353,38-32 1,-59 58 454,-1 0 1,1 0 0,-1 1-1,2 1 1,-1 0 0,1 0-1,0 1 1,0 0 0,0 0 0,15-2-1,-24 6 49,0 0 0,0 0 0,1 0 0,-1 0 0,0 0 0,0 1 0,0-1 0,0 0 0,1 1 0,-1-1 0,0 1 0,0-1 0,0 1 0,0 0 0,0-1 0,0 1 0,0 0 0,-1 0 0,1 0 0,0-1 0,0 1 0,-1 0 0,1 0 0,0 0 0,-1 0 0,1 1 0,-1-1 0,1 0 0,-1 0 0,0 0-1,1 0 1,-1 0 0,0 1 0,0-1 0,0 2 0,3 49 345,-3-43-251,0 53 410,-14 102 0,-2 9-529,14-102-3175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54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 9322,'0'0'3497,"0"41"-2942,0 107 276,-3 422 1404,-6-355-1712,-4 247 1143,11-416-1545,1-27-94,1-1 0,0 0 0,4 25 1,-4-42-30,0 0 1,0-1-1,0 1 1,0-1-1,0 1 1,0-1-1,1 1 1,-1-1-1,0 1 1,0-1-1,0 1 1,1-1 0,-1 1-1,0-1 1,0 1-1,1-1 1,-1 1-1,1-1 1,-1 0-1,0 1 1,1-1-1,-1 0 1,1 1-1,-1-1 1,1 0-1,-1 1 1,0-1-1,1 0 1,-1 0-1,1 0 1,0 1-1,-1-1 1,1 0 0,-1 0-1,1 0 1,-1 0-1,1 0 1,-1 0-1,1 0 1,-1 0-1,1 0 1,0-1-1,23-15-112,121-159-150,-36 38-73,-78 101 179,-3 3 13,1 0 0,1 3 0,2 0 0,44-32 0,-70 59 128,-1-1-1,1 1 1,-1 0 0,1 1-1,0-1 1,0 1-1,0 1 1,1-1 0,-1 1-1,0 0 1,9-1-1,-12 2 15,-1 1-1,0-1 1,1 0 0,-1 1-1,0-1 1,1 1-1,-1 0 1,0 0-1,0 0 1,0 0-1,0 0 1,0 0-1,0 0 1,0 1-1,0-1 1,0 1-1,0 0 1,-1-1-1,1 1 1,-1 0-1,1 0 1,-1 0-1,0 0 1,0 0-1,0 0 1,0 0-1,0 1 1,0-1-1,0 0 1,-1 0-1,1 3 1,6 34 14,-1 0 0,-2 0 0,-2 0 0,-1 0 1,-10 78-1,5-99 33,-1 0 1,0-1-1,-1 1 1,-1-1-1,-1 0 1,0-1-1,-1 0 1,-1 0-1,-1-1 1,0 0-1,-1-1 1,0 0-1,-1-1 1,-1 0-1,0-1 1,0-1-1,-28 16 1,22-15-16,-1 0 1,0-2 0,-1-1 0,0-1 0,0 0 0,-1-2 0,0 0-1,0-2 1,0 0 0,-1-2 0,1-1 0,-1 0 0,-35-5 0,52 3-59,0 0 1,0-1 0,0 0 0,1 0 0,-1 0 0,1-1 0,-1 0 0,1 0-1,0 0 1,0-1 0,0 0 0,1-1 0,-1 1 0,1-1 0,0 0-1,1 0 1,-1 0 0,1-1 0,0 0 0,0 1 0,1-2 0,0 1 0,0 0-1,-3-10 1,-1-8-700,0-1-1,2 0 1,2-1-1,0 1 1,1-34-1,0-40-5237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55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 11002,'0'0'2217,"-28"174"-1897,24-99 368,4 4-104,0-9-184,0-4-120,4-9-152,10-9-72,-4-14-56,-3-12-112,-7-53-10762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55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10778,'0'0'5001,"-11"92"-12330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55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42 259 7578,'0'0'5609,"35"10"-5386,111 26-59,-142-35-160,0 0 0,0-1 0,0 1 0,0-1 0,0 0 0,0 0 0,0 0 0,0-1 0,0 0 0,0 1 0,0-1 1,0-1-1,0 1 0,0 0 0,-1-1 0,1 0 0,0 0 0,-1 0 0,0 0 0,1-1 0,-1 1 0,0-1 0,0 0 1,0 0-1,-1 0 0,5-7 0,0 2 3,-1 0-8,0 0 0,-1-1-1,0 1 1,0-1 0,-1 0 0,0 0 0,-1 0 0,0-1-1,-1 1 1,1-1 0,-2 0 0,2-13 0,-3 18-9,0 1 1,0-1 0,0 1-1,0-1 1,-1 1 0,1-1-1,-1 1 1,0 0 0,-1-1-1,1 1 1,-1 0 0,0 0 0,0 0-1,0 0 1,0 0 0,-1 1-1,1-1 1,-1 1 0,0-1-1,0 1 1,-1 0 0,1 0-1,-1 0 1,1 1 0,-1-1-1,0 1 1,0 0 0,0 0 0,-5-1-1,1-1 25,-1 2-1,0-1 1,0 1-1,0 1 0,0-1 1,0 1-1,0 1 1,0 0-1,0 0 1,0 1-1,0 0 1,0 1-1,0 0 1,0 0-1,0 1 1,0 0-1,1 0 0,0 1 1,-1 0-1,2 1 1,-1 0-1,0 0 1,1 1-1,-9 8 1,6-2 87,1 1 0,0 0 0,1 1 1,1-1-1,0 2 0,0-1 0,2 1 1,0 0-1,1 0 0,-4 22 0,3 1 129,1-1 0,2 1-1,4 44 1,-1-62-144,1-1 1,1 1 0,1-1-1,1 0 1,1 0-1,0 0 1,1-1 0,1 0-1,1 0 1,16 24-1,-18-31-43,1-1-1,1 1 1,-1-1 0,2-1-1,0 0 1,0 0-1,0-1 1,1 0-1,0-1 1,1 0 0,-1 0-1,1-2 1,1 1-1,-1-2 1,1 0 0,16 4-1,-13-5 26,1-1 0,0-1 1,-1-1-1,1 0 0,0-1 0,0 0 0,-1-1 0,32-9 1,-40 8-209,-1 1 1,1-1 0,-1 0 0,1-1 0,-1 1 0,0-2 0,0 1 0,-1-1 0,1 0-1,-1 0 1,0-1 0,-1 1 0,1-1 0,-1-1 0,0 1 0,-1-1 0,1 0 0,-1 0-1,-1 0 1,4-9 0,-3-14-7083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56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23 7226,'0'0'7566,"-31"-8"-6945,16 4-581,0 1 0,1 0 0,-1 1 0,0 0 1,-1 2-1,-19 0 0,34 1-36,-1-1 0,0 0-1,1 1 1,-1 0 0,1-1-1,0 1 1,-1 0 0,1 0 0,0 0-1,-1 0 1,1 0 0,0 0 0,0 0-1,0 0 1,0 1 0,0-1 0,0 0-1,0 1 1,0-1 0,0 0 0,1 1-1,-1-1 1,0 4 0,-4 48 65,8 107 285,44 299 0,73 159 417,-40-230-361,-72-341-379,-2 1 0,0 71-1,-6-110-55,-1-1 0,1 1 0,-1 0 0,-1-1 0,1 1-1,-2-1 1,1 0 0,-6 12 0,6-15-132,-1-1-1,0 1 1,0 0-1,0-1 1,-1 0 0,0 0-1,1 0 1,-1 0 0,-1-1-1,1 1 1,0-1-1,-1 0 1,0-1 0,-8 5-1,-41 8-3527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56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10850,'0'0'3113,"218"-63"-1849,-113 47-584,8 10-312,6 6-360,39 0-8,-31 0-280,-26 0-2656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57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12 10306,'0'0'3778,"-11"29"-3764,-1 4-13,-16 63 0,28-90 1,-1 0 0,1 1 0,0-1 0,0 1 0,1-1 0,0 0 0,0 0 0,0 1 0,1-1 0,0 0 0,0 0 0,1 0 0,-1 0 0,1-1 0,1 1 0,-1-1 0,1 0 0,0 0 0,7 8 0,-1-1 6,2 4-7,1-1-1,0 0 1,2-1-1,0 0 1,0-1-1,1-1 1,1 0-1,-1-2 1,2 0-1,0 0 1,0-2-1,1 0 1,0-2-1,0 0 1,0 0-1,1-2 1,0-1-1,0 0 1,0-1-1,0-2 1,0 0-1,0-1 1,38-6-1,-49 4-3,0 1 0,-1-1 0,1 0-1,-1-1 1,0 0 0,0 0-1,0-1 1,-1 0 0,1 0 0,-1-1-1,0 0 1,-1 0 0,0-1 0,0 0-1,0 0 1,-1 0 0,6-9 0,-5 4 37,-1 1 0,0-1 1,0-1-1,-1 1 1,-1 0-1,0-1 1,0 0-1,-2 0 1,1 0-1,-2 0 1,0-16-1,-1 21 4,-1 1 0,1 0 0,-1 0 0,0-1 0,-1 2 0,0-1 0,0 0 0,-1 0 0,1 1 0,-1 0 0,-1 0 0,1 0 0,-1 0 0,0 0 0,0 1 0,-1 0 0,0 0 0,0 1 0,0 0 0,0 0 0,-12-6 0,-8-3 106,-1 2 1,0 1 0,0 0-1,-40-7 1,28 9-29,-1 2-1,-1 1 1,1 2-1,-1 2 1,-50 5 0,86-3-296,-1-1 1,1 1 0,0 0-1,0 0 1,-1 0 0,1 1 0,0-1-1,0 2 1,0-1 0,1 0 0,-1 1-1,1 0 1,-6 4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57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9418,'0'0'5105,"28"262"-4169,-20-60-312,-8 76-111,0 9-201,0-50-80,3-69-56,8-83-176,6-28 16,1-10-32,24-25-32,-7-12-1145,-3-10-1767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57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9138,'0'0'6033,"10"247"-5593,1-121 168,-4 10-119,-3 12-33,6 1-216,-10-10-152,4-13 0,6-25-80,4-19-8,42-41-192,4-22-929,-7-19-3303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58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48 118 8410,'0'0'4269,"-10"27"-4233,-1 2-23,1-1 1,-6 36 0,15-59-13,1 0 0,0 0 1,0 0-1,1 0 0,0 1 0,-1-1 0,1 0 1,1-1-1,-1 1 0,1 0 0,0 0 0,0-1 1,1 1-1,-1-1 0,1 1 0,0-1 1,0 0-1,0 0 0,1 0 0,-1-1 0,1 1 1,0-1-1,5 4 0,4 5 2,4 3 2,0 0 0,1-1-1,0-1 1,23 13 0,-33-22 1,1 1-1,0-1 1,0-1 0,0 0-1,0 0 1,0 0 0,0-1-1,1-1 1,-1 0-1,1 0 1,-1-1 0,15-1-1,-21 0 14,0 0 0,0 0-1,0 0 1,0 0 0,0-1 0,0 1-1,0-1 1,0 0 0,-1 0-1,1 0 1,-1-1 0,1 1-1,-1 0 1,0-1 0,0 1-1,0-1 1,0 0 0,-1 0 0,1 0-1,-1 0 1,0 0 0,0 0-1,0 0 1,0 0 0,1-5-1,2-9 115,-2-1-1,1 1 0,-1-25 0,-1 12 292,-1 0-1,-6-44 1,4 64-337,0 1 0,0 0-1,-1 0 1,0 0 0,0 1 0,-1-1 0,0 1-1,-1 0 1,0 0 0,0 0 0,-1 1 0,-7-9-1,3 6 14,-1 1 0,1 1 0,-1 0 0,-1 0 0,0 1 0,0 0 0,0 1 0,-1 1 0,1 0 0,-1 1 0,-1 0 0,1 1 0,0 0 0,-1 1 0,0 0 0,1 2 0,-1-1 0,-14 3 0,26-2-104,0 0 0,0 0 0,0 0 1,0 0-1,0 0 0,0 1 0,0-1 1,0 1-1,0-1 0,1 1 0,-1 0 1,0 0-1,0 0 0,1 0 0,-1 0 1,0 0-1,1 0 0,-1 1 0,1-1 1,0 0-1,-1 1 0,1 0 0,0-1 1,0 1-1,0-1 0,0 1 0,-1 3 1,0 2-141,1 0 1,0 0 0,1 0-1,-1 0 1,1 0 0,2 11-1,-1 11-907,-1 19-2721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3:58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0 11066,'0'0'5694,"-8"27"-5493,7-25-194,-9 31 88,1 0-1,2 0 0,1 0 0,-2 62 1,7-51-7,0-10-40,2 0 0,7 57 1,-6-81-48,0 0 1,1-1-1,0 1 0,0-1 1,1 0-1,0 0 0,0 0 1,1-1-1,1 1 0,-1-1 1,1 0-1,0-1 0,15 14 1,-18-18-5,1-1 0,0 1 1,0 0-1,0-1 0,0 0 1,0 0-1,0 0 0,1-1 1,-1 1-1,1-1 0,-1 0 1,1 0-1,-1-1 0,1 1 1,0-1-1,-1 0 0,1 0 1,0-1-1,-1 1 0,1-1 1,-1 0-1,1 0 0,-1-1 1,1 0-1,-1 1 0,0-1 1,0 0-1,0-1 0,0 1 1,0-1-1,0 0 0,-1 0 1,1 0-1,-1 0 0,3-5 1,7-10-3,0-1 1,-2 0-1,-1-1 1,0 0 0,-1-1-1,-2 0 1,10-38-1,-9 18 30,-1 1 0,-3-1 0,0-54 0,-7 79 75,-5 17 61,7 0-153,0 1 0,0-1 0,-1 1 0,1 0 0,0 0 1,0-1-1,1 1 0,-1 0 0,0 0 0,1 0 0,-1 0 0,1 0 0,-1 2 1,-1 19-3,2 0 0,0-1 0,2 1 0,0 0 0,2-1 0,0 0 0,2 1 0,0-2 0,1 1 1,17 33-1,-15-37-13,0-2 1,2 0-1,0 0 1,0-1 0,1 0-1,1-1 1,1 0-1,0-1 1,0-1-1,1 0 1,1-1 0,0 0-1,21 9 1,-28-16 2,0 0 0,0 0-1,0-1 1,1-1 0,-1 1 0,1-2 0,0 1 0,-1-1 0,1-1 0,0 1-1,0-2 1,-1 1 0,12-3 0,-15 1 7,0 0-1,0 0 1,0 0 0,-1 0-1,1-1 1,-1 0 0,1-1 0,-1 1-1,0-1 1,0 0 0,-1 0-1,1 0 1,-1-1 0,0 1-1,0-1 1,-1 0 0,1 0-1,-1-1 1,0 1 0,0-1-1,2-8 1,2-13 81,-1-1 0,-1 0 0,-1 0 0,-2-1 0,-1 1 0,-3-38 0,2 58-32,-1-12 101,-1 0 0,-1 0 0,0 1 0,-2-1 0,-12-34 0,12 42-93,0-1 0,-1 1 0,-1 0 0,0 0 0,0 1 0,-1 0 0,-1 0 0,0 1 0,-15-14 0,24 23-74,-1 1-1,0-1 1,0 1 0,1-1-1,-1 1 1,0-1 0,0 1 0,0 0-1,0-1 1,0 1 0,0 0-1,1 0 1,-1 0 0,0 0 0,0 0-1,0-1 1,0 2 0,0-1-1,0 0 1,0 0 0,0 0-1,0 0 1,0 1 0,1-1 0,-1 0-1,0 1 1,0-1 0,0 1-1,0-1 1,1 1 0,-1-1-1,0 1 1,0-1 0,1 1 0,-1 0-1,1-1 1,-1 1 0,0 0-1,1 0 1,-1 1 0,-20 39-1721,17-33 1077,-20 49-4763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05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0 146 8274,'0'0'5122,"6"-2"-4803,11-1-70,-1 1 1,1 0 0,30 1-1,19-1 391,366-47 664,-3 0-1161,342 14-154,-753 35-216,0 0 0,0 2 0,0 0 1,-1 1-1,1 0 0,-1 2 0,1 0 0,-2 1 0,1 1 1,22 12-1,-31-11-2513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05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10282,'0'0'1993,"78"183"-1865,-33-94 152,-2 9-48,-12 9 216,-17 0-136,-14-9 72,-3-12 24,-39-14 144,-11-18-120,-3-16-232,7-16-88,27-22-112,22-10 0,22-31-1336,23-12-3625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06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475 110 1696,'0'0'8989,"-34"-19"-8370,-114-55-115,142 71-471,0 1 1,0-1 0,0 1-1,-1 0 1,1 1 0,0-1-1,-1 1 1,1 1 0,-1-1-1,0 1 1,1 0-1,-1 1 1,1-1 0,-1 1-1,1 0 1,-1 1 0,1 0-1,0 0 1,0 0 0,0 1-1,0 0 1,0 0 0,0 0-1,1 1 1,0 0-1,0 0 1,0 0 0,0 1-1,-7 8 1,1 1 83,1 2 0,1-1 1,0 1-1,1 1 0,1 0 1,0 0-1,1 0 0,-4 25 0,-2 28 194,3 1 0,3 0 0,5 115-1,2-92-91,7 115 178,-4-175-343,1 0 0,3-1 0,0 0 0,17 41 0,1-13-79,1-2 0,4 0 0,61 88 0,-90-145-146,-1 0-1,1 0 1,-1 0 0,1 0 0,-1 1 0,0-1-1,0 0 1,0 1 0,0-1 0,0 1 0,-1-1 0,1 1-1,0 4 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06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8802,'0'0'5281,"256"-6"-4409,-136 6-352,6 0-296,-3 0-128,25 0-96,-40 0-1040,-27 0-3897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06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 8698,'0'0'4553,"-21"237"-3689,-3-114-200,-1 16-160,-3 0-136,7-7-184,3-18-112,11-25 8,7-17-80,7-24-256,25-26-1360,-1-16-3313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07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 8306,'0'0'3690,"-9"32"-3641,-2 6-34,-8 62 0,19-93-10,0 0 0,0 0 0,0-1 0,1 1 0,0 0 1,0 0-1,1-1 0,0 1 0,0-1 0,1 0 0,-1 1 1,2-1-1,-1 0 0,0 0 0,1-1 0,0 1 1,1-1-1,6 7 0,2 4 7,-1 0-7,1-1 0,1 0-1,0-1 1,1-1 0,19 14-1,-26-21-4,1-1-1,0 0 0,0-1 0,1 0 1,-1 0-1,1 0 0,0-2 0,0 1 0,0-1 1,0-1-1,20 1 0,-26-2 2,0 0 0,-1-1 0,1 0 1,0 0-1,0 0 0,-1 0 0,1 0 0,-1-1 0,1 0 1,-1 1-1,1-1 0,-1-1 0,0 1 0,0 0 0,0-1 1,0 0-1,0 1 0,-1-1 0,0 0 0,1 0 0,-1-1 1,0 1-1,0 0 0,0-1 0,-1 1 0,1-1 0,-1 0 0,0 1 1,0-1-1,0-5 0,4-14 143,-2 1 0,0 0 1,-2-43-1,-1 61-106,1-10 145,-2 1 1,0-1 0,0 1 0,-1 0-1,-1 0 1,0 0 0,-1 0-1,-9-21 1,10 28-105,0 1-1,-1-1 1,1 1-1,-1 0 1,0 0-1,-1 1 1,1-1 0,-1 1-1,0 0 1,0 0-1,0 0 1,-1 1-1,1 0 1,-1 0 0,0 1-1,0-1 1,0 1-1,0 0 1,0 1 0,-10-2-1,12 2-56,-1 0 1,0 0-1,0 1 1,0 0-1,-1-1 0,1 2 1,0-1-1,0 1 0,0-1 1,-5 3-1,8-2-33,-1 0 0,1 1 0,1-1-1,-1 0 1,0 1 0,0 0 0,0-1 0,1 1 0,-1 0-1,1 0 1,0 0 0,-1 0 0,1 0 0,0 0-1,0 0 1,0 0 0,0 1 0,1-1 0,-1 0-1,0 0 1,1 3 0,-7 39-1180,6-5-1181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07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99 167 8490,'0'0'5406,"-13"-3"-5227,6 1-170,3 1-5,-1 0 1,1 0-1,-1 0 0,1 1 0,0-1 1,-1 1-1,-6 1 0,9-1-1,0 0 0,1 1-1,-1 0 1,1-1 0,-1 1-1,1 0 1,-1 0 0,1-1-1,-1 1 1,1 0 0,0 1-1,0-1 1,-1 0 0,1 0 0,0 0-1,0 1 1,0-1 0,0 0-1,1 1 1,-1-1 0,0 1-1,0-1 1,1 1 0,-1 0 0,1-1-1,0 1 1,-1 0 0,1 2-1,-4 26 10,2 1 0,3 55 0,-1-71-13,1-8 0,-1-1 1,1 1-1,0 0 1,1 0-1,0 0 0,0-1 1,0 1-1,1-1 1,0 0-1,0 0 1,1 0-1,-1 0 0,1 0 1,1-1-1,-1 1 1,1-1-1,0 0 0,0-1 1,0 1-1,1-1 1,8 5-1,-4-3 0,1-1 1,0 0-1,0 0 1,0-1-1,1-1 1,0 0-1,-1-1 0,1 0 1,0 0-1,0-1 1,21-2-1,-25 0 18,0 0 0,-1-1 0,1 0 0,-1 0-1,1-1 1,-1 0 0,0 0 0,0-1 0,0 0 0,-1 0 0,1 0 0,-1-1 0,0 0 0,-1 0-1,1-1 1,-1 1 0,0-1 0,0 0 0,-1-1 0,1 1 0,-2-1 0,1 0 0,4-11-1,0-2 69,-1 0 0,0 0 0,-2-1-1,0 0 1,-2 0 0,0 0-1,0-33 1,-3 42 19,0 1 0,-1-1 1,-1 1-1,0 0 0,0-1 0,-1 1 0,0 0 0,-10-20 1,9 24-74,1 1 0,-1 1 1,0-1-1,-1 0 0,1 1 1,-1 0-1,0 0 0,0 0 1,-1 1-1,1 0 0,-1 0 1,0 0-1,0 1 0,-1-1 1,-12-3-1,14 5-38,-1 0-1,0 1 1,1-1-1,-1 1 1,0 1 0,0-1-1,0 1 1,-9 1-1,12-1-68,1 0-1,0 1 0,-1 0 0,1-1 0,0 1 0,0 0 0,-1 0 0,1 0 1,0 0-1,0 1 0,0-1 0,0 1 0,0-1 0,1 1 0,-1 0 0,0-1 1,1 1-1,-1 0 0,1 0 0,0 0 0,-2 4 0,-7 26-2735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07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9322,'0'0'5090,"13"13"-5038,9 9-22,-2 1 0,-1 1-1,-1 0 1,23 40-1,-32-46 21,-1-1-1,-1 1 0,0 1 0,-2-1 0,0 1 1,0 0-1,-2 0 0,2 36 0,-5-54 190,-7-11 294,3-3-419,1 0 0,1 0-1,0 0 1,1-1 0,1 1 0,0 0-1,1-1 1,0 1 0,1 0-1,0 0 1,8-23 0,-7 31-109,0 1 0,0-1 0,0 1 0,1 0 0,0 0 0,0 0 1,0 0-1,0 1 0,1-1 0,0 1 0,-1 0 0,1 1 0,0-1 0,0 1 1,1 0-1,9-3 0,7 0-344,0 1 0,44-1 0,-41 3-357,41-1-2819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08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10282,'0'0'4833,"3"183"-4321,4-85-224,4 12-200,3 7-40,-4 3 48,1-9-88,-8-7-8,-3-12 64,0-16-64,0-20 0,0-18-360,0-22-1256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08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 8650,'0'0'1365,"36"-9"-1211,3-2-98,-10 2 16,1 2-1,1 0 0,-1 2 0,1 2 0,41 0 0,-54 3 47,1 1 1,-1 0 0,0 2 0,0 0-1,0 1 1,0 1 0,0 0 0,25 13-1,-37-15-16,1 0 0,-1 1 0,1 0-1,-1 0 1,-1 1 0,1 0 0,0 0-1,-1 0 1,0 1 0,0 0-1,-1-1 1,0 2 0,0-1 0,0 0-1,-1 1 1,0 0 0,0 0-1,0 0 1,-1 0 0,0 0 0,-1 0-1,0 1 1,1 12 0,-2-14-12,-1 0 1,0 0-1,0 1 1,-1-1-1,0 0 1,0 0-1,0 0 1,-1-1-1,1 1 1,-1-1-1,-1 1 1,1-1-1,-1 0 1,0 0-1,0 0 1,-1-1-1,1 1 1,-1-1-1,-9 6 1,-11 8 167,-2-1-1,-47 23 1,65-36-230,-42 22 194,-1-3 0,-78 25-1,129-48-223,-1 1 1,1 0-1,0-1 0,-1 1 0,1-1 0,-1 1 0,1-1 0,-1 0 0,1 0 0,-1 1 0,1-1 0,-1 0 0,1 0 1,-1 0-1,1-1 0,-1 1 0,1 0 0,-1-1 0,1 1 0,0-1 0,-1 1 0,1-1 0,-1 1 0,1-1 0,0 0 1,0 0-1,-2-1 0,2-1-156,0 0 0,1 0 1,-1 0-1,1 0 0,0 0 1,0 0-1,0 0 0,0 0 0,1 0 1,-1 0-1,1 0 0,0 0 1,0 0-1,1-2 0,21-52-6019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08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0 10418,'0'0'5001,"-24"209"-4489,10-89-152,7 19 81,3 0-105,4-10-120,0-18-160,0-19-40,4-13-16,10-26-232,-7-31-2073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09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6 10610,'0'0'6054,"-28"-1"-5908,10-1-125,6 0-12,0 2 1,-1-1-1,1 1 1,-21 3-1,27-2-3,0 0 0,1 1 0,-1 0 0,1 0 1,0 0-1,-1 1 0,1-1 0,0 1 0,0 1 0,0-1 0,1 1 0,-1-1 0,1 1 0,0 1 1,-6 7-1,-4 6 43,1 0 1,1 1-1,1 1 1,0 0-1,2 0 1,0 1 0,1 1-1,1-1 1,1 1-1,1 0 1,-2 25-1,7-42-49,-1-1 0,1 1 0,0-1 0,1 1 0,-1-1 0,1 0 0,0 1 0,0-1 0,0 0 0,0 1 0,1-1 0,3 7 0,-2-8-5,-1-1 1,0 1-1,0-1 1,1 0-1,-1 0 1,1 0-1,0 0 0,-1 0 1,1 0-1,0-1 1,0 1-1,0-1 1,0 0-1,0 0 0,1 0 1,-1-1-1,6 2 1,2-1-89,0 0 1,1-1 0,-1 0 0,1 0-1,-1-1 1,1-1 0,-1 0 0,0 0-1,1-1 1,-1-1 0,-1 0-1,1 0 1,-1-1 0,1-1 0,-1 0-1,17-13 1,-13 7-36,0 0-1,0-2 1,-2 1-1,1-2 1,-2 0 0,0 0-1,-1-1 1,0 0 0,11-29-1,16 190 1962,-30-127-1822,1 1 0,1-1 1,0-1-1,1 0 0,23 29 1,-32-45-12,0 0 0,-1 0 1,1 0-1,0 0 1,0-1-1,0 1 1,0 0-1,0-1 1,0 1-1,0 0 1,0-1-1,0 0 0,0 1 1,0-1-1,0 1 1,0-1-1,0 0 1,1 0-1,-1 0 1,0 0-1,0 1 1,0-2-1,0 1 0,1 0 1,-1 0-1,0 0 1,0 0-1,0-1 1,0 1-1,0-1 1,0 1-1,0-1 0,0 1 1,0-1-1,0 1 1,0-1-1,0 0 1,0 0-1,0 1 1,0-1-1,0 0 1,-1 0-1,1 0 0,0 0 1,0-2-1,7-7-16,0-1 0,-1-1 0,7-16-1,-4 11-33,-2 2 0,98-152-1029,-91 145 968,2 0 0,1 2-1,0 0 1,2 1 0,28-21-1,-47 39 129,1-1-1,0 1 1,0 0-1,-1 0 0,1 0 1,0 0-1,0 0 1,0 0-1,0 1 0,0-1 1,1 1-1,-1-1 1,0 1-1,0 0 0,0 0 1,3 0-1,-4 0 27,0 0-1,1 1 1,-1-1 0,0 1-1,0 0 1,1-1 0,-1 1-1,0 0 1,0 0 0,0 0 0,0-1-1,0 1 1,0 0 0,0 0-1,0 1 1,0-1 0,-1 0-1,2 2 1,2 5 129,-1 1 0,0-1 1,-1 1-1,0 0 0,2 17 1,-4-22-207,7 76 398,-3 81 0,-4-149-345,-1-8-8,1 0 0,1 0 0,-1 0 0,0-1 0,1 1 0,0 0 0,0 0 0,0 0 0,0 0 0,1-1 0,2 4 0,-3-5-11,0-1 0,0 0 1,0 0-1,0 0 0,1 0 0,-1 0 1,0 0-1,1 0 0,-1 0 1,1-1-1,-1 1 0,1 0 0,-1-1 1,1 1-1,-1-1 0,1 0 0,0 0 1,-1 1-1,1-1 0,0 0 0,-1 0 1,1-1-1,-1 1 0,1 0 1,0 0-1,-1-1 0,1 1 0,-1-1 1,1 0-1,1 0 0,8-5-6,0 0 0,-1 0 0,0-1 0,0 0 0,0-1 0,-1 0 0,0 0 0,13-17 0,4-3-59,14-11-77,69-66 17,-95 93 109,0 1-1,1 0 1,0 2 0,1-1-1,32-13 1,-45 22 24,-1 0 0,0 0 0,1 1-1,-1-1 1,1 0 0,-1 1 0,1 0 0,-1-1 0,1 1-1,-1 0 1,1 0 0,-1 1 0,1-1 0,-1 0 0,1 1-1,-1 0 1,1-1 0,-1 1 0,1 0 0,-1 0 0,0 0-1,0 1 1,0-1 0,1 0 0,-1 1 0,-1 0 0,1-1-1,0 1 1,0 0 0,0 0 0,-1 0 0,1 0 0,-1 0-1,0 0 1,0 1 0,0-1 0,0 0 0,0 1 0,1 4-1,3 10 48,-1 1-1,-1-1 0,-1 1 0,1 29 0,-3-41-55,0 175-1203,-3-106-3509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21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29 6673,'0'0'6360,"-7"-5"-5601,-21-14-313,21 14-24,7 9-387,0 73 558,-1 117-68,33 268 0,-19-373-503,126 1041 87,-125-619-77,-17-472-27,-1 0 1,-2 0 0,-2-1-1,-21 62 1,15-55 0,2 2-1,-10 71 1,22-115-6,-8 123 1,8-110-3,1 0 1,0 0 0,1-1-1,1 1 1,8 27-1,-4-25 3,-2-1 1,0 1-1,-1 0 0,-1 1 0,0-1 1,-1 0-1,-2 1 0,0 0 0,0-1 1,-2 1-1,0-1 0,-1 0 0,-1 0 1,-7 18-1,-3 3 6,1-1 1,2 2 0,2 0-1,2 0 1,1 0 0,0 71-1,1-21 1,-27 158 0,16-154-3,-5 125 0,21-209-5,-2 118-8,13 129 0,-5-193 29,-3 0 0,-9 117 1,-7-95-68,6-47 45,-3 79 1,10 93-48,0-343-2021,0 57-4561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23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1124 3393,'0'0'7323,"-12"-9"-6398,-2-3-606,8 6-8,0 1 1,0 0-1,-1 0 0,1 1 1,-14-7-1,23 12-263,1 0 0,-1-1 1,0 1-1,0-1 0,1 0 0,-1 0 0,0 0 0,1 0 0,-1-1 0,0 1 0,7-3 1,-1 2 103,794-128 1752,-219 28-1779,-152 23-123,-138 25 5,398-46 50,-241 101-39,-117 4 69,-248-9-51,161-26 0,-125 7-50,1 6 1,177 0-1,405 10 21,-614 10-33,106 18-1,61 4 50,-189-24 15,0-3 0,0-3 0,90-17 0,33-18 244,390-28 0,-394 63-278,553-27 18,-122 13 14,-84 7 16,-93 2 32,82-5-110,-498 12 18,1035-65 24,-840 59-4,0-9 0,-1-10 0,242-62 0,-250 51-13,227-11-1,-36 7-59,-313 31 65,1 5 0,178 10-1,-26 34 23,-104-14 15,-91-16-40,66 8 14,209 59 1,-291-63-18,-21-7 1,1-1 0,0 0 0,0 0 0,1-1 0,20 2 0,-32-6 2,-1 1 0,1 0 0,-1-1 0,0 1 0,1-1 0,-1 1 0,1-1 0,-1 1 0,0-1 0,0 1 0,1-1 0,-1 1 0,0-1 0,0 1 0,0-1 0,1 0 0,-1 1 0,0-1 0,0 1 1,0-1-1,0 1 0,0-1 0,0 0 0,0 1 0,0-1 0,0 1 0,-1-1 0,1 0 0,-4-22-151,-17-30-1145,-17-7-2899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25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1 282 6761,'0'0'5108,"13"-1"-4765,239-6 1612,-33 3-1109,-93-1-684,1 5 0,192 26 0,-81 5-122,2-12 0,253-11 0,-361-19-27,220-48-1,-224 33 19,218-16 0,-267 38-29,1 4 0,0 3 0,109 19 0,-78-5 4,1-5 0,183-4-1,-24-6 33,337-6-36,-522-2-5,159-32 1,79-44-6,-15 4-9,-108 44-22,-176 32 40,0 0 0,0 2 0,0 0 0,0 2 0,-1 1 0,26 6 0,-32-2 0,1 0 1,-1 1 0,-1 1 0,0 0-1,27 20 1,-30-18-1,1-1 1,1-1-1,0 0 1,0-1-1,1-1 0,0 0 1,22 5-1,-2-6-1,1-1 1,-1-3-1,75-3 0,113-27 4,0 1 8,-114 21-12,0 6 0,0 4 0,132 21 0,144 12 3,3-34 6,-53-1 3,-114 4-8,287-28 0,169-5-10,-263 21 10,-188-18-18,25 0 6,322 29-41,-530-8 44,76-16 1,-77 11 21,-1 2 0,54-2-1,-77 8-8,24 1-22,-1-2 1,83-14-1,-49-2 14,1 3 0,152-6 0,170 36 3,306-26-225,-690 11 208,0 1 0,0 0 0,-1 1 0,28 10-1,43 7 0,181-10-84,-291-10-398,-7 0-1737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26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55 5281,'0'0'8039,"0"-12"-7791,0-26 183,0 34 244,0 32-400,-1 51 51,0 35-34,25 215 0,47 237-162,-68-539-130,36 247 84,-17-140-60,7 220 0,-52 159 17,16-403-65,7-96 21,1-1-1,0 0 1,0 0 0,2 0 0,-1 0 0,6 14-1,-2-8 11,0 0-1,-1 0 0,-1 0 1,-1 1-1,0 24 0,-3 103 63,-3-60-42,1 26-16,6 132-41,-3-235 23,2-1-1,0 1 0,0-1 1,0 0-1,1 0 1,0 0-1,1-1 0,0 1 1,1-1-1,11 13 1,22 39 7,-26-30 29,-1 1 0,-2 0 0,13 60 0,2 96 21,-7-36-41,-4-26-23,-2 176-1,-6-69 102,-4-176-78,-2-31-10,1-1 1,1 1 0,2-1 0,5 24-1,-1-8 38,-3 0-1,-1 0 0,-1 0 0,-6 73 1,0-20 168,5-89-154,3-9-19,11-22-83,16-43-925,-13 14-1235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27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5425,'0'0'8379,"6"0"-7511,59 5-621,-1 2-1,87 22 0,-133-25-228,7 5-8,7 0 52,-31-9-16,-28 0 414,12 0-385,-123-5 175,121 3-195,1 0 0,-1-1 0,1-1 1,0-1-1,0 0 0,-17-9 0,156 31 1063,-54-16-1309,-48-4-706,-15-13-1048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30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85 3537,'0'0'5273,"-2"-8"-4497,0 1-574,-2-5 733,1 0 0,1-1 0,-3-20 700,5 44-1512,7 917 2126,-7-593-2109,0-377-1755,0-2-2300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30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1 164 7578,'0'0'6921,"14"-2"-6661,373-19 1004,-66 5-1065,127-44-127,10-1 28,-434 59 16,-27 1-39,-48 2-303,4 0-769,-15-1-1784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31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7826,'0'0'5346,"16"-2"-4888,623-2 1463,-291 13-1861,-236-7-43,-56 1-7,0-2 0,0-3 0,0-2 0,85-18 0,-131 18-25,-8 2 272,-9 1 836,7 19-1126,-17 722 227,17-656-146,4 219 43,0-229-22,29 147 1,-30-208-66,-3-10-6,1 0-1,-1 0 0,1 0 1,0 0-1,0 1 1,0-1-1,0-1 0,0 1 1,1 0-1,-1 0 1,1 0-1,0-1 0,3 5 1,-5-7 1,1 0 0,-1 1 0,0-1 0,1 0 0,-1 0 1,1 0-1,-1 0 0,0 0 0,1 0 0,-1 0 0,1 0 0,-1 0 1,0 0-1,1 0 0,-1 0 0,0 0 0,1 0 0,-1 0 0,1-1 0,-1 1 1,0 0-1,1 0 0,-1 0 0,0-1 0,1 1 0,-1 0 0,0 0 1,0-1-1,1 1 0,-1 0 0,0 0 0,0-1 0,1 1 0,-1 0 1,0-1-1,0 1 0,0 0 0,0-1 0,1 1 0,-1-1 0,0 1 1,0 0-1,0-1 0,0 1 0,0 0 0,0-1 0,0 0 0,12-28-626,-2-1 0,13-59 0,-7-10-3628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32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4305,'0'0'4817,"0"-69"-4305,7 59 3113,-7 29-3017,0 25-400,-7 13-104,7 44-104,21-12-1072,7-23-3513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33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22 1856,'0'0'9814,"-2"-5"-9243,1 4-556,1 0-1,-1 0 1,1 0-1,-1 0 1,1 0 0,-1 0-1,1 0 1,-1 1-1,0-1 1,1 0-1,-1 0 1,0 1-1,0-1 1,1 1 0,-1-1-1,0 0 1,0 1-1,0-1 1,0 1-1,0 0 1,0-1-1,0 1 1,0 0-1,0 0 1,0-1 0,0 1-1,0 0 1,0 0-1,0 0 1,0 0-1,0 0 1,0 1-1,0-1 1,0 0 0,0 0-1,-2 1 1,-3 3 2,1-1 0,-1 1 0,0 1 0,1-1 0,0 1 0,-6 6 0,-24 27 143,1 1 1,2 2 0,1 1-1,3 1 1,1 2 0,3 1-1,1 0 1,-16 51-1,34-81-147,1 1-1,0-1 0,1 1 0,1-1 0,0 1 0,1 0 0,1 0 1,3 22-1,-3-36-27,1-1 0,-1 0 1,1 0-1,-1 0 1,1 0-1,0 0 0,0 0 1,0 0-1,0 0 0,0 0 1,1-1-1,-1 1 1,0 0-1,1-1 0,-1 1 1,1-1-1,0 1 0,-1-1 1,1 0-1,0 0 1,0 0-1,0 0 0,0 0 1,3 1-1,3 0-360,0 0 0,0 0 0,0-1-1,15 0 1,-22-1 287,29 1-3466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34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6089,'0'0'5496,"12"16"-4885,11 19-274,-1 1 1,-2 1-1,-1 1 1,22 64-1,-13 5 280,-28-106-610,0-1 0,1 1-1,-1 0 1,0-1 0,1 1 0,-1 0-1,0-1 1,1 1 0,-1-1-1,1 1 1,-1 0 0,1-1-1,-1 1 1,1-1 0,0 0-1,-1 1 1,1-1 0,0 1-1,-1-1 1,1 0 0,0 0 0,-1 1-1,1-1 1,0 0 0,0 0-1,-1 0 1,1 0 0,0 0-1,0 0 1,-1 0 0,1 0-1,0 0 1,0 0 0,-1 0-1,1 0 1,0-1 0,0 1-1,-1 0 1,1 0 0,0-1 0,29-17 137,39-37 313,-35 26-412,1 1 0,2 2-1,54-29 1,-42 34-769,-15 2-1528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34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423 49 5625,'0'0'4540,"-25"-8"-4359,-81-26 17,99 32-135,0 1 0,1-1 1,-1 1-1,0 1 0,0-1 1,0 1-1,0 0 0,0 1 0,0 0 1,0 0-1,1 0 0,-1 1 1,-12 5-1,7-1 7,0 1 0,0 0 1,1 0-1,-18 17 0,12-10 33,6-5 5,0 1 0,0 0-1,1 0 1,-15 20 0,23-26-94,-1-1-1,1 1 1,-1 0-1,1 0 1,0 0-1,1 0 1,-1 0 0,1 0-1,0 1 1,0-1-1,0 1 1,0-1-1,1 0 1,0 1 0,0-1-1,0 1 1,0-1-1,1 1 1,0-1-1,1 5 1,0-6-13,-1 0-1,1 0 1,0 0 0,0 0-1,0 0 1,1 0-1,-1-1 1,1 1 0,0-1-1,-1 1 1,1-1 0,0 0-1,0 0 1,1-1 0,-1 1-1,0-1 1,5 2-1,65 18 9,-61-19-6,72 15 32,-40-10-99,-1 3-1,79 27 1,-116-35 48,-1 1-1,1-1 0,-1 2 1,0-1-1,0 0 1,0 1-1,0 0 0,-1 0 1,9 10-1,-12-12 18,0-1-1,1 1 0,-1 0 1,0 0-1,0 0 1,0 1-1,-1-1 1,1 0-1,0 0 1,-1 0-1,0 1 1,1-1-1,-1 0 1,0 0-1,0 1 0,0-1 1,-1 0-1,1 0 1,0 1-1,-1-1 1,1 0-1,-1 0 1,0 0-1,0 0 1,0 0-1,0 0 0,0 0 1,0 0-1,-1 0 1,-1 3-1,-10 6 22,0 0 0,-1 0-1,0-2 1,0 0 0,-1 0-1,0-1 1,-1-1 0,1-1-1,-1 0 1,-1-1 0,-21 4-1,37-8-34,0-1-1,0 1 0,-1-1 1,1 1-1,0-1 0,0 0 0,0 0 1,0 0-1,-1 0 0,1 0 1,0 0-1,0 0 0,0 0 1,-1 0-1,1 0 0,0 0 0,0-1 1,0 1-1,0-1 0,-1 1 1,1-1-1,0 1 0,0-1 1,0 0-1,0 1 0,0-1 0,0 0 1,1 0-1,-1 0 0,0 1 1,0-1-1,1 0 0,-1 0 1,0 0-1,1 0 0,-1-1 0,1 1 1,-1 0-1,1 0 0,-1 0 1,1 0-1,0 0 0,0-2 1,-2-33-2544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35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7154,'0'0'5361,"35"234"-5137,-31-143 184,-4 4-32,0-6-216,0-7-32,0-19-112,0-19-16,0-38-560,7-6-1497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35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6329,'0'0'6938,"260"0"-6730,-165 0-192,14 0-16,-25 0-960,-28 0-4433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35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11 5889,'0'0'5755,"-16"-2"-5228,2-1-352,8 1-90,-1 1 0,0 0 0,1 0 0,-1 1-1,0-1 1,0 1 0,0 1 0,0-1 0,1 1-1,-1 1 1,0-1 0,1 1 0,-11 4 0,7-1-40,1 1 1,-1 0 0,1 0 0,0 1 0,1 1 0,0-1 0,0 1-1,0 1 1,1-1 0,1 1 0,-1 0 0,1 1 0,1 0 0,0-1 0,0 2-1,1-1 1,0 1 0,1-1 0,0 1 0,1 0 0,0 0 0,0 18-1,2-25-40,-1 4-7,1 0 1,0-1-1,1 1 1,0 0-1,0 0 1,5 14 0,-5-19-2,0-1 1,1 1 0,0-1-1,-1 0 1,1 1 0,0-1-1,0 0 1,0 0 0,1-1 0,-1 1-1,0 0 1,1-1 0,-1 1-1,1-1 1,-1 0 0,1 0 0,0 0-1,-1 0 1,1 0 0,0-1-1,0 1 1,4-1 0,-1 2-7,0-2 1,0 1 0,1-1-1,-1 0 1,0 0 0,0-1-1,0 0 1,0 0-1,0 0 1,0-1 0,0 1-1,0-2 1,0 1 0,0-1-1,-1 1 1,0-2-1,1 1 1,5-5 0,-1-2-46,1 0 0,-2-1 1,1-1-1,-1 1 0,-1-1 1,12-23-1,-11 17-6,0 0 0,-2-1 0,0 1-1,-1-1 1,-1-1 0,0 1 0,-2-1 0,0 0 0,0-22 0,-4 76 227,0 4-5,2 1-1,10 64 1,-10-95-181,0 1-1,1-1 1,1 1 0,-1-1 0,1 0 0,1 0 0,-1 0 0,1-1 0,1 1 0,0-1-1,0 0 1,0 0 0,0-1 0,1 1 0,1-1 0,-1 0 0,14 9 0,11-2-2111,-5-11-3561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36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7682,'0'0'3959,"14"11"-3912,9 9 50,0 0 1,-2 1-1,0 2 1,-2 0 0,0 1-1,23 39 1,-31-41-16,-1 1 0,-1-1 0,-2 2 0,0-1 0,-1 1 1,-1 0-1,-1 0 0,-2 0 0,1 27 0,-3-51-67,0 0-1,0 1 1,0-1 0,0 0-1,0 0 1,0 0 0,0 1 0,0-1-1,0 0 1,0 0 0,0 0-1,0 1 1,0-1 0,0 0-1,0 0 1,0 0 0,0 1-1,0-1 1,0 0 0,0 0-1,-1 0 1,1 1 0,0-1-1,0 0 1,0 0 0,0 0-1,0 0 1,0 1 0,-1-1-1,1 0 1,0 0 0,0 0-1,0 0 1,0 0 0,-1 0-1,1 0 1,0 1 0,0-1-1,0 0 1,-1 0 0,1 0-1,0 0 1,0 0 0,0 0-1,-1 0 1,1 0 0,0 0-1,0 0 1,-1 0 0,1 0-1,0 0 1,0 0 0,0 0-1,-1-1 1,1 1 0,0 0-1,-9-13 472,5-17-426,2 0 0,1-1 0,4-42 0,-1-5 0,-2 54-35,2-59 115,-2 76-91,1 0 1,0 0 0,0 0-1,1 0 1,0 0 0,0 0 0,1 0-1,5-11 1,-6 17-48,-1 0-1,1-1 1,-1 1 0,1 0-1,0 0 1,0 0 0,-1 0-1,1 0 1,0 0 0,0 1-1,0-1 1,0 1 0,0-1-1,0 1 1,0 0 0,0 0-1,0 0 1,0 0 0,2 0-1,38 4-298,-40-4 258,44 14-1272,-4 5-1371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36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6433,'0'0'6728,"3"28"-5983,-1-11-616,10 189 939,-12-37-179,1 195-299,-1-350-573,1-1-1,0 0 0,1 0 1,6 22-1,-7-33-60,-1 1 1,1-1-1,0 1 1,0-1-1,0 0 1,0 1-1,1-1 1,-1 0-1,1 0 0,-1 0 1,1 0-1,0 0 1,0 0-1,-1 0 1,1 0-1,1-1 0,-1 1 1,0-1-1,0 0 1,0 0-1,1 1 1,-1-1-1,1-1 0,-1 1 1,1 0-1,-1-1 1,1 1-1,3-1 1,-4 1-111,-1-1 1,1 0 0,-1 0 0,1 0 0,-1-1-1,1 1 1,-1 0 0,0-1 0,1 1 0,-1 0 0,0-1-1,1 0 1,-1 1 0,2-2 0,18-24-4300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3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 9498,'0'0'3177,"236"-10"-2257,-156-2-416,-6 12-312,-11 0-128,-17 0-56,-25 6-8,-17 10-848,-4 0-4393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38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2849,'0'0'6485,"1"2"-6308,10 55 1004,-5-19-777,15 43 0,-18-71-393,1 1 0,0-1 1,1-1-1,0 1 0,0 0 0,1-1 1,0 0-1,15 15 0,-20-22-9,1-1-1,-1 1 1,1-1-1,-1 1 1,1-1-1,0 0 0,-1 0 1,1 0-1,0 0 1,0 0-1,0 0 1,0 0-1,0 0 1,0-1-1,0 1 1,0-1-1,0 0 1,1 1-1,-1-1 1,0 0-1,0 0 1,0 0-1,0-1 0,4 0 1,-3 0 4,1-1-1,-1 0 1,0 0-1,0 0 1,0-1-1,0 1 1,0-1 0,-1 1-1,1-1 1,-1 0-1,1 0 1,2-6-1,4-7 12,-1-1 0,0 1-1,-2-1 1,8-30-1,-9 29-29,-2 0 0,0-1 0,-1 1 0,-1-34 0,-1 47 30,0 0 0,0 0 0,-1 1 0,1-1 0,-1 0 0,0 0 0,-1 1 0,1-1 0,-1 1 0,0-1 0,0 1 0,0 0 0,-1 0 0,0 0 0,0 0 0,0 0 0,0 0 0,0 1 0,-1-1 0,1 1 0,-1 0 0,0 0 0,-4-2 0,-2 1 179,1 0 0,-1 1 0,0 0 0,0 1 0,0 0 0,0 1 0,0 0 0,-20 0 0,28 1-242,-1 0-1,0 0 1,1 0 0,-1 1 0,0-1 0,1 1 0,-1-1 0,1 1 0,-1 0 0,0 0-1,1 0 1,0 0 0,-1 0 0,1 1 0,0-1 0,0 1 0,0-1 0,0 1 0,0 0 0,0 0-1,0 0 1,0 0 0,1 0 0,-1 0 0,1 1 0,0-1 0,-1 0 0,1 1 0,0-1 0,0 1-1,1-1 1,-1 1 0,1-1 0,-1 1 0,1 5 0,0 9-3912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39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0 2849,'0'0'7560,"-33"15"-7029,-105 56-231,132-67-279,0 0 0,0 0 0,1 1 1,-1 0-1,1 0 0,0 0 0,1 0 0,-1 1 1,1 0-1,0 0 0,1 0 0,-1 1 1,1-1-1,1 1 0,-1-1 0,1 1 0,-3 14 1,-1 1 65,-5 25 137,2 1 1,2 0-1,2 0 0,2 1 1,6 81-1,-1-108-188,1 0 0,1 0 0,1 0 0,1 0 0,1-1 0,0 0 1,2 0-1,0-1 0,1 0 0,2-1 0,0 0 0,0-1 0,2 0 0,0-1 0,19 17 0,-18-19-7,1-1-1,0-1 0,1 0 0,0-1 1,0-1-1,2-1 0,-1 0 0,1-2 0,1 0 1,-1-1-1,1-1 0,0 0 0,1-2 1,-1 0-1,1-2 0,25 1 0,-40-3-26,0-1 0,0 1-1,0-1 1,0-1-1,0 1 1,0-1-1,0 0 1,0 0 0,0 0-1,-1-1 1,1 0-1,-1 0 1,0 0-1,0-1 1,7-6 0,-6 3 9,0 0 0,0 0 0,-1 0 0,0-1 0,-1 0 1,1 0-1,-1 0 0,-1 0 0,5-15 0,-2-8 13,0 0 0,-2 0 1,-1-1-1,-2 1 0,-2-36 0,-1 42-10,-1 1 1,-1-1 0,-1 0 0,-1 1-1,-2 0 1,-14-33 0,-76-132 177,78 154-175,-64-98 114,29 51-670,51 74-2028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40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97 5785,'0'0'5744,"-4"13"-5624,-2 10-98,2 0 0,0 1-1,1-1 1,2 1 0,0 0-1,5 43 1,-3-63-21,0-1 1,0 0-1,0 1 0,1-1 1,-1 0-1,1 1 0,0-1 1,0 0-1,0 0 0,0 0 0,0-1 1,1 1-1,0 0 0,-1-1 1,1 0-1,0 0 0,0 1 0,0-2 1,0 1-1,1 0 0,-1-1 1,0 1-1,1-1 0,-1 0 1,1 0-1,-1 0 0,1-1 0,-1 1 1,1-1-1,0 0 0,-1 0 1,5-1-1,-2 1-4,1-1 0,-1 1 0,1-2-1,-1 1 1,0-1 0,0 0 0,0 0 0,0 0 0,0-1 0,0 0 0,-1 0 0,1-1-1,-1 1 1,0-1 0,0 0 0,0-1 0,7-8 0,-7 5 10,0 0 0,-1 1-1,-1-1 1,1 0 0,-1-1 0,-1 1 0,1 0 0,-2-1 0,2-9 0,-2 13 2,0-1 1,-1 0-1,0 0 1,0 0-1,-1 0 1,0 0-1,0 0 1,0 0 0,0 0-1,-1 0 1,0 1-1,0-1 1,-1 0-1,-5-7 1,-1 2 26,0 2 1,-1-1-1,0 1 1,0 1 0,-1 0-1,0 0 1,-1 1-1,0 0 1,0 1-1,-20-7 1,2 2 123,-1 2 0,0 0 0,-42-5-1,67 13-144,-1 0-1,0 0 0,0 1 1,0 0-1,1 0 0,-1 1 0,0 0 1,-6 1-1,12-2-25,0 1 1,0-1-1,0 1 0,0-1 0,0 0 1,1 1-1,-1-1 0,0 1 1,1 0-1,-1-1 0,0 1 1,1-1-1,-1 1 0,0 0 0,1 0 1,-1-1-1,1 1 0,-1 0 1,1 0-1,0 0 0,-1 0 1,1-1-1,0 3 0,-1-1-50,2 0 1,-1 1-1,0-1 1,0 0-1,1 0 0,-1 1 1,1-1-1,0 0 0,0 0 1,0 0-1,0 0 0,0 0 1,2 3-1,27 25-1889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40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3 7746,'0'0'6117,"-24"23"-5989,2-3-89,8-9-18,1 0 0,1 1 1,0 1-1,0 0 0,1 0 0,1 1 0,0 1 1,1 0-1,1 0 0,-10 23 0,-9 36 305,-33 152 0,53-187-263,1 1 0,2 0 0,2 1 0,2-1 0,8 71 0,-5-97-63,0-1 0,1 1 1,0-1-1,1 0 1,1 0-1,0 0 0,1 0 1,0-1-1,1-1 1,0 1-1,1-1 0,1 0 1,-1-1-1,1 0 1,1-1-1,0 0 0,20 12 1,-16-12-2,0 0-1,1-1 1,0-1 0,1-1-1,-1 0 1,1-1 0,0-1 0,1-1-1,-1 0 1,1-1 0,-1-1-1,1 0 1,29-4 0,-41 2 0,-1 0 1,1-1-1,-1 1 0,0-1 1,1-1-1,-1 1 0,0 0 1,0-1-1,0 0 0,-1-1 1,1 1-1,-1-1 0,0 1 1,0-1-1,0-1 1,0 1-1,5-9 0,2-5 19,-1 0 0,-1-1 0,10-28-1,-14 35 4,15-42 24,-2-1-1,-3-1 1,-2 0 0,-3 0 0,-2-1-1,-3-1 1,-2 1 0,-6-65 0,1 102-30,-1 0 1,0 1 0,-2-1-1,0 1 1,-1 0 0,-1 0-1,-1 1 1,-1 0-1,-13-21 1,13 26-13,0 0 1,0 1-1,-1 0 0,-1 0 0,0 1 1,0 1-1,-1 0 0,0 0 0,-1 1 1,0 1-1,-1 0 0,-17-7 0,26 13-132,0 0 0,-1 1 0,1-1 0,0 1 0,-1 0 0,1 0 0,-1 1 0,1 0 0,-1 0 0,1 0 0,-1 1 0,1-1 0,-1 1 0,1 0 0,0 1 0,-1 0 0,1 0 0,0 0 0,0 0 0,0 1 0,1-1 0,-1 1 0,0 1 0,1-1 0,0 1 0,0-1 0,0 1 0,0 0 0,1 1 0,-5 5 0,-22 45-6258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41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53 3265,'0'0'8187,"-7"0"-7555,6 0-618,-1 0-1,1 0 1,0 0 0,-1 0 0,1 0 0,0 0-1,-1 0 1,1 0 0,0 0 0,-1 1-1,1-1 1,0 1 0,0-1 0,-1 1-1,1-1 1,0 1 0,0 0 0,0 0 0,0-1-1,0 1 1,0 0 0,0 0 0,0 0-1,0 0 1,0 0 0,0 0 0,-1 3-1,1 2 48,0 1-1,0-1 0,0 1 1,0-1-1,2 14 0,-1-11-27,1 7-15,1 0 0,0 0 0,2 0 1,0-1-1,0 1 0,2-1 0,0 0 0,0 0 0,1 0 0,1-1 1,1 0-1,0-1 0,1 0 0,0 0 0,1-1 0,0 0 0,1-1 1,0-1-1,18 13 0,-25-20-23,0 0 0,1-1 1,0 1-1,-1-1 0,1 0 1,0 0-1,0-1 0,0 0 1,0 0-1,11 0 0,-15-1 7,0 0 0,1 0 0,-1 0 0,0-1 0,0 1 0,0-1 0,1 1 0,-1-1 0,0 0 0,0 0 0,0 0 0,0 0-1,0 0 1,0-1 0,-1 1 0,1-1 0,0 1 0,0-1 0,-1 1 0,1-1 0,-1 0 0,0 0 0,0 0 0,1 0 0,-1 0 0,0 0 0,0 0 0,-1 0 0,2-4-1,1-10 15,0 1-1,-1-1 0,0 0 0,-2 0 0,0 1 0,-1-1 0,0 0 1,-1 1-1,-1-1 0,0 1 0,-1-1 0,-1 1 0,-8-16 0,8 20 24,0 0-1,-1 0 1,-1 0-1,0 1 1,0 0-1,-1 0 1,0 1-1,-1 0 1,0 0-1,0 1 0,-1 0 1,0 1-1,0 0 1,-1 1-1,0 0 1,0 0-1,-15-4 1,22 8-5,0 1 1,0 0-1,0 0 0,0 0 1,0 0-1,0 1 1,0 0-1,-1-1 1,1 2-1,-8 0 0,11-1-68,0 1 0,-1 0 0,1-1 0,0 1-1,-1 0 1,1 0 0,0 0 0,0-1-1,0 1 1,0 1 0,0-1 0,0 0-1,0 0 1,0 0 0,1 0 0,-1 1-1,0-1 1,1 0 0,-1 1 0,1-1-1,-1 0 1,1 1 0,-1-1 0,1 1-1,0-1 1,0 1 0,0-1 0,0 1-1,0-1 1,0 2 0,0 17-2675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41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 6617,'0'0'3386,"-11"29"-2692,-2 2-536,4-10-66,0 1-1,2 0 0,0 0 0,2 1 0,0 0 0,-2 38 0,3-2 340,3 0 0,7 62 0,-2-92-332,1 0-1,1 0 1,2-1 0,0 0-1,2 0 1,16 30-1,21 24-6,3-1-1,84 99 1,-58-80-40,-50-63-48,-3-4 2,1-2 0,2 0 0,31 29-1,-50-53-6,0-1-1,1 0 1,0 0 0,0 0-1,0-1 1,1-1 0,-1 1-1,1-1 1,0-1 0,0 0-1,1 0 1,-1-1-1,0 0 1,1 0 0,0-1-1,-1 0 1,1-1 0,10-1-1,-13-1 11,0 0 1,-1 0-1,1 0 0,-1-1 0,0 0 0,1-1 0,-1 1 1,-1-1-1,1 0 0,-1-1 0,0 1 0,0-1 1,0 0-1,0-1 0,-1 1 0,0-1 0,7-11 0,4-11 53,0 0-1,16-49 1,-19 46-40,-2-2 1,-2 1-1,0-1 1,-3-1-1,-1 1 1,-1-1-1,-1 0 1,-3 1-1,0-1 1,-2 0-1,-2 1 1,-1 0 0,-2 0-1,0 0 1,-3 1-1,0 0 1,-32-58-1,12 39-4,-1 1 0,-3 2-1,-2 1 1,-81-78 0,86 95 6,-1 3-1,-2 0 1,0 2 0,-2 2 0,-1 1-1,0 2 1,-58-21 0,77 36-105,0 0 1,0 1-1,-1 1 1,1 1-1,-1 0 1,-29 3-1,30-1-441,-14 0-3044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43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7362,'0'0'2624,"3"28"-2114,-2-7-397,-2-12-69,2 1 0,-1 0 0,1 0 0,0-1 0,1 1 0,0-1 0,1 1 1,0-1-1,0 0 0,1 0 0,0 0 0,1 0 0,0-1 0,0 0 0,1 0 0,0 0 0,8 7 0,28 22 433,1-3 0,85 51 0,107 42 422,-230-125-891,74 35 102,1-3 0,2-4 0,141 32 0,261 23-76,-327-62 10,116 9 22,438-7 949,-723-38-927,-3 1-71,0 0-1,-1 1 0,-1 1 1,1 0-1,-1 2 1,-19-8-1,-39-21-3,36 13 45,1-2 0,0-2 0,3-1 0,0-2 0,2-1-1,1-2 1,-53-73 0,85 107-47,0-1 1,-1 1-1,1 0 0,0-1 0,-1 1 0,1 0 1,0-1-1,-1 1 0,1-1 0,0 1 0,0 0 1,-1-1-1,1 1 0,0-1 0,0 1 0,0-1 1,0 1-1,-1-1 0,1 1 0,0-1 0,0 1 1,0-1-1,0 1 0,0-1 0,0 1 0,1-1 1,-1 1-1,0-1 0,0 1 0,0-1 1,1 0-1,15 3 33,21 17-85,-8-1 48,0 1 0,-1 2 0,-1 0 0,-1 2 0,40 45 0,-56-56-5,0 1-1,-1 0 1,0 0-1,-1 1 1,-1 0-1,0 1 1,-1-1-1,-1 1 1,0 0-1,-1 1 1,0-1-1,-2 1 1,1 0-1,-1 28 1,-3-34 9,-1-1 0,1 0 0,-1 0 0,-1 0 1,0 0-1,0 0 0,-1 0 0,0-1 0,0 1 0,-1-1 0,0 0 1,-1-1-1,0 1 0,-7 7 0,-13 10 95,-1 0 1,-38 27-1,55-44-80,-63 47 650,-155 89 0,193-130-437,35-14-239,0 0-1,1 0 1,-1 0-1,0-1 1,0 1 0,0 0-1,0 0 1,0-1 0,0 1-1,0 0 1,0 0-1,0 0 1,1-1 0,-1 1-1,0 0 1,0 0-1,0-1 1,0 1 0,0 0-1,-1 0 1,1-1 0,0 1-1,0 0 1,0 0-1,0 0 1,0-1 0,0 1-1,0 0 1,0 0 0,0 0-1,-1-1 1,1 1-1,0 0 1,0 0 0,0 0-1,0-1 1,-1 1-1,1 0 1,0 0 0,0 0-1,0 0 1,-1 0 0,1 0-1,0 0 1,0-1-1,-1 1 1,1 0 0,0 0-1,0 0 1,0 0 0,-1 0-1,1 0 1,0 0-1,0 0 1,-1 0 0,64-87-891,-30 43 97,30-44-1877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45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0 295 5401,'0'0'6480,"32"-6"-5805,204-43 68,-131 32-475,1 5 1,1 5-1,153 9 0,-224 1-249,-1 2 0,1 2 0,-1 1 0,0 1 0,-1 2 0,0 2 0,-1 1-1,-1 1 1,0 2 0,-1 2 0,0 0 0,39 34 0,-50-35 122,-15-12-34,0-1 0,1 0 0,-1 0 1,1 0-1,0-1 0,0 0 0,1 0 1,-1-1-1,1 1 0,0-1 0,0-1 1,0 1-1,0-1 0,11 1 0,-25-5-91,0-1-1,0 0 1,0 0-1,0-1 0,0 0 1,1 0-1,0 0 0,0-1 1,0 0-1,0 0 0,-6-8 1,-1 1 9,3 2-23,1-1 1,-1 0-1,2 0 0,-1-1 1,2 0-1,-8-16 1,-34-85-1,33 72-2,7 18 2,1 2 7,-1 0 1,0 1 0,-1 0 0,-25-34-1,56 74 94,1-1 0,1-2-1,25 17 1,-11-10-111,-2 2 0,43 41 0,-68-57 6,-1 0-1,0 1 1,-1 1 0,0-1-1,-1 1 1,0 1 0,-1-1-1,8 24 1,-12-29 21,0-1 1,-1 0 0,0 0-1,0 1 1,-1-1-1,1 1 1,-1-1-1,-1 0 1,1 1 0,-1-1-1,-1 0 1,1 1-1,-1-1 1,0 0-1,0 0 1,-1 0 0,1 0-1,-2-1 1,1 1-1,0-1 1,-6 6-1,-5 4 42,0-1-1,-1-1 0,-1-1 1,-1 0-1,1-1 0,-2 0 1,1-1-1,-1-2 0,-1 0 1,0 0-1,0-2 0,-20 5 1,38-11-84,1 0 0,-1 0 1,1 0-1,0 1 0,-1-1 1,1 0-1,-1 0 0,1 0 1,-1 0-1,1 0 0,-1 0 1,1 0-1,-1 0 0,1 0 1,-1 0-1,1 0 0,0 0 1,-1 0-1,1 0 0,-1-1 1,1 1-1,-1 0 0,1 0 1,0 0-1,-1-1 0,1 1 1,-1 0-1,1-1 0,0 1 1,-1 0-1,1-1 0,0 1 1,0 0-1,-1-1 0,1 1 1,0 0-1,0-1 0,-1 1 1,1-1-1,0 1 0,0-1 1,0 1-1,0 0 0,0-1 1,0 1-1,0-1 0,-1 1 1,2-1-1,-1 1 0,0-1 1,0 1-1,0-1 0,0 1 1,0-1-1,0 1 0,0 0 1,1-2-1,-1-3-687,0-27-4490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46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0 528 5833,'0'0'5221,"10"-19"-4863,0-1-264,-5 9-43,0 0 1,1 1 0,0 0-1,0 0 1,1 1 0,0 0 0,1 0-1,0 1 1,11-10 0,32-25 116,2 2 1,1 3-1,2 2 1,83-40 0,-101 59-171,2 1 1,0 3 0,0 0-1,1 3 1,1 2 0,-1 1-1,1 2 1,43 1-1,-43 5 35,-1 2-1,0 2 0,0 2 0,-1 1 0,0 3 0,0 1 1,51 23-1,-60-22 37,1 0 0,0-2 0,1-2 0,0-1 0,0-1 0,1-2 0,52 2 2330,-95-10-2299,1 0 0,-1-1 0,1 0 0,-12-8 0,-29-13 176,0 6-99,1-1 1,-47-29-1,-23-21 192,116 68-317,33 3-174,2 6 122,-1 3 0,0 0 0,-1 2 0,0 1 0,-1 2 0,32 21 0,25 10 5,72 37 19,-158-83-17,-1 0 0,1 0 0,-1 1 0,1-1-1,-1 0 1,1 0 0,-1 1 0,1-1 0,-1 0 0,1 1 0,-1-1 0,0 1-1,1-1 1,-1 0 0,0 1 0,1-1 0,-1 1 0,0-1 0,0 1 0,1-1-1,-1 1 1,0-1 0,0 1 0,0-1 0,0 1 0,0 0 0,0-1 0,0 1-1,0-1 1,0 2 0,-12 12 232,-35 11 89,37-20-324,-23 12-85,1 2 0,0 1 0,2 1-1,0 2 1,2 1 0,0 1 0,2 1 0,1 2-1,-22 30 1,13-14-2373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51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63 3521,'0'0'5977,"-4"0"-5534,-15 0 8,14 0 1205,-20-7-210,4-3-1204,-1 1 0,1 1 1,-2 1-1,1 1 0,-1 1 1,0 1-1,-44-3 1,65 7-193,44 1-556,-42-1 386,1 0 1,-1 0 0,1 1 0,0-1-1,-1 0 1,1 0 0,-1 1 0,1-1-1,-1 1 1,1-1 0,-1 1 0,0-1-1,1 0 1,-1 1 0,1-1 0,-1 1-1,0 0 1,1-1 0,-1 1 0,0-1-1,0 1 1,1-1 0,-1 1 0,0 0-1,0-1 1,0 1 0,0 0 0,0 0-1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52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0 4953,'0'0'5977,"-4"24"-4035,4 57-734,-5 210-556,1-252-581,-3 0-1,-17 60 0,-6 29 129,11 94-4,6-40-114,8-154-62,3-1 0,0 1 0,1 0 0,2 0-1,8 49 1,-6-54-15,0 1 0,-2 0 0,-1 0 0,0 0 0,-2 0-1,-1-1 1,-6 25 0,3-12 1,-2 60-1,6-24 3,0-44-4,1-1 0,2 0 0,0 1 0,2-1-1,11 49 1,10 17-7,-23-89 8,-1 0-1,0 0 1,1 0-1,-2 0 0,1 0 1,0 0-1,-1 0 1,-1 6-1,-2 20 256,36-40-109,-9 1-105,1 1-1,0 1 0,1 1 0,-1 1 0,1 1 0,0 1 1,41 1-1,176-1 628,-249 1-902,-1-1-1,1 0 1,0 0 0,0 0-1,0-1 1,0 0 0,1 0-1,0-1 1,0 0-1,-7-6 1,-23-34-7043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55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37 5825,'0'0'8631,"-9"-7"-7917,-29-20-402,38 27-310,0 0 0,0-1 0,0 1 0,-1 0 0,1 0 0,0 0 0,0 0 0,0-1 0,0 1 0,-1 0 0,1 0 0,0 0 0,0 0 0,0 0 0,-1 0 0,1 0 0,0 0 0,0 0 0,-1 0 0,1 0 0,0 0 1,0 0-1,0 0 0,-1 0 0,1 0 0,0 0 0,0 0 0,-1 0 0,1 0 0,0 0 0,0 0 0,0 0 0,-1 0 0,1 1 0,0-1 0,0 0 0,0 0 0,0 0 0,-1 0 0,1 0 0,0 1 0,0-1 0,0 0 0,0 0 0,0 0 0,0 0 0,-1 1 0,1-1 0,0 0 0,0 0 0,0 1 0,0-1 0,0 0 0,0 0 0,0 0 0,0 1 0,0-1 0,0 17-4,0-14 18,-1 99 311,4 160 183,0-208-445,3 0 1,23 94-1,-24-126-30,2-1 0,14 29 0,-20-47-105,0 0-1,1 1 1,-1-1-1,1 0 1,0 0-1,0 0 1,0 0 0,0 0-1,1 0 1,-1-1-1,1 1 1,0-1-1,0 1 1,-1-1 0,2 0-1,-1 0 1,0-1-1,0 1 1,0-1-1,1 1 1,-1-1 0,6 1-1,-8-2-64,-1 0-1,1 0 0,0 1 1,-1-1-1,1 0 0,0 0 1,-1-1-1,1 1 0,0 0 1,-1 0-1,1 0 1,0 0-1,-1-1 0,1 1 1,-1 0-1,1 0 0,0-1 1,-1 1-1,1-1 0,-1 1 1,1 0-1,-1-1 1,1 0-1,2-25-6995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56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1 134 6353,'0'0'1071,"36"-18"-947,124-56-57,-140 65-56,1 2 0,0 1 1,1 0-1,-1 2 0,1 0 1,0 1-1,0 2 0,0 0 0,0 1 1,25 4-1,-23-3 34,-14-1 27,-1 1-1,0 0 1,0 0-1,0 1 1,0 0-1,0 0 1,0 1-1,-1 1 1,1-1-1,-1 1 1,0 0 0,0 1-1,0 0 1,-1 1-1,0-1 1,0 1-1,0 0 1,0 1-1,-1 0 1,-1 0-1,1 0 1,-1 1-1,0 0 1,0 0-1,-1 0 1,-1 0-1,1 1 1,-1 0-1,0-1 1,-1 1-1,2 17 1,-1-8 122,-1 0 1,0 0-1,-2-1 1,0 1-1,-1 0 1,-1 0 0,-1-1-1,0 1 1,-1-1-1,-1 1 1,0-2-1,-2 1 1,0 0-1,-13 21 1,-8 5 75,-2-1 0,-1-2 0,-3-1 0,-1-2 0,-2-1 0,-1-2 0,-71 49 0,73-60-243,36-23-29,0 0-1,0 0 1,0 1 0,0-1-1,-1 0 1,1 1 0,0-1 0,0 0-1,-1 0 1,1 1 0,0-1-1,0 0 1,-1 0 0,1 0-1,0 0 1,-1 1 0,1-1 0,0 0-1,-1 0 1,1 0 0,0 0-1,-1 0 1,1 0 0,0 0-1,-1 0 1,1 0 0,-1 0 0,1 0-1,0 0 1,-1 0 0,1 0-1,0 0 1,-1 0 0,1 0-1,0 0 1,-1-1 0,1 1 0,0 0-1,0 0 1,-1 0 0,1-1-1,0 1 1,-1 0 0,1 0-1,0-1 1,0 1 0,0 0 0,-1 0-1,1-1 1,9-18-701,26-22-2317,9-13-3127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56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55 7410,'0'0'5694,"-18"7"-5494,5-2-176,9-5-20,0 1 0,0 0-1,0 0 1,0 1 0,0-1 0,0 1 0,1 0-1,-1 0 1,0 0 0,1 1 0,-1-1-1,1 1 1,0 0 0,0 0 0,0 0-1,0 0 1,1 0 0,-1 1 0,1-1-1,0 1 1,0 0 0,0-1 0,1 1-1,-1 0 1,1 0 0,0 0 0,-1 5 0,0 15 6,0-1 0,2 1 0,1-1 1,1 0-1,10 45 0,-11-62-9,1 0 0,0 0-1,1 0 1,-1 0 0,1-1-1,0 1 1,1-1 0,-1 1-1,1-1 1,0 0 0,0 0-1,1-1 1,0 1 0,-1-1-1,1 0 1,1-1 0,-1 1-1,1-1 1,-1 0 0,1 0-1,0-1 1,0 1 0,0-1 0,0-1-1,0 1 1,11 0 0,-8 0-6,1-1 1,0 0 0,-1-1-1,1 0 1,0 0 0,0-1-1,-1-1 1,1 1 0,9-4-1,-15 3 6,0 0-1,-1 0 0,1 0 1,0 0-1,-1 0 0,0-1 1,1 0-1,-1 1 0,0-1 1,0 0-1,-1-1 0,1 1 0,-1 0 1,1-1-1,-1 0 0,0 1 1,-1-1-1,1 0 0,-1 0 1,1 0-1,-1 0 0,1-8 1,0-2 9,-1 0 1,0 0 0,-1 0 0,0 0-1,-1 0 1,-1 0 0,0 1 0,-1-1-1,0 1 1,-1-1 0,-1 1 0,0 0-1,-1 0 1,0 1 0,-1 0 0,-10-15-1,10 18 25,0 0-1,0 0 0,-1 0 1,0 1-1,-1 0 0,0 1 1,0 0-1,0 0 0,-1 1 1,0 0-1,0 1 0,-1 0 1,1 1-1,-1 0 0,0 0 1,0 2-1,-1-1 0,1 1 1,-22-1-1,30 3-23,0 0-1,0 0 1,0 0-1,0 0 1,0 0-1,0 1 1,0-1-1,0 1 1,1 0-1,-1 0 1,0 0-1,0 0 1,1 1-1,-1-1 1,1 1-1,-1-1 1,1 1-1,0 0 1,-1 0-1,1 0 1,0 0-1,0 0 1,-1 3-1,1 0-49,0-1 1,0 1-1,1 0 0,-1 0 1,1 0-1,0 1 0,1-1 1,-1 0-1,1 0 0,0 0 1,2 11-1,-2-11-211,1 1 1,0-1-1,0 1 0,0-1 0,1 0 1,-1 0-1,6 10 0,-3-8-572,1-1-1,0 0 0,0-1 1,1 1-1,6 5 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56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54 8594,'0'0'5686,"-30"-6"-5430,-89-12-96,117 18-155,0-1-1,0 1 0,0 0 1,1 0-1,-1 1 0,0-1 0,0 0 1,0 1-1,0-1 0,0 1 0,1-1 1,-1 1-1,0 0 0,0 0 0,1 0 1,-1 0-1,1 0 0,-1 0 0,1 0 1,-1 1-1,1-1 0,0 0 0,-1 1 1,1-1-1,0 1 0,0-1 1,0 1-1,0 0 0,1 0 0,-1-1 1,0 1-1,1 0 0,-1 0 0,1 0 1,-1 0-1,1-1 0,0 1 0,0 0 1,0 0-1,0 3 0,-1 5 15,-3 9-16,1-1 0,1 0 0,0 1 1,1 0-1,1-1 0,1 1 0,7 36 0,-6-50-4,0 0 0,1 0 0,0 0 0,0 0 0,1-1 0,-1 1 0,1-1 0,0 0 0,0 0 0,0 0 0,1 0-1,-1-1 1,1 0 0,0 0 0,0 0 0,0-1 0,0 1 0,1-1 0,-1 0 0,10 2 0,-3-1-17,-1-1-1,1 0 1,0 0 0,-1-1-1,1-1 1,0 0 0,0-1-1,0 0 1,12-3 0,-19 2 12,-1 0 1,1 0-1,-1 0 1,0-1 0,1 0-1,-1 0 1,-1 0-1,1 0 1,0 0-1,-1-1 1,0 0-1,1 0 1,-1 0 0,-1 0-1,1 0 1,-1-1-1,0 1 1,0-1-1,0 1 1,0-1-1,-1 0 1,0 0 0,0 1-1,0-1 1,0-6-1,0 1 28,1 0 0,-2 0 0,0 0 0,0 1 0,-1-1 0,0 0 0,0 0 0,-1 0 0,-1 0 0,1 1 0,-9-19 1,4 18 7,0-1 1,0 1-1,-1 0 1,0 1 0,-1 0-1,-11-9 1,15 13-59,-1 1 1,1 0-1,-1 0 0,0 1 1,0-1-1,0 1 1,0 1-1,0-1 0,-1 1 1,1 0-1,-1 1 1,0-1-1,-8 0 0,8 4-2212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57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1 1 8682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57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1 145 8682,'180'-79'1738,"-147"62"-406,-43 21 780,12 13-2091,1-1 0,0 0 0,1 0 0,1-1 0,0 1 0,12 24 0,8 23-12,-12-24 12,-2 0-1,-2 0 1,-2 1-1,-1 0 1,0 53-1,-6-92 179,0-6 226,0-16-187,-1-9-61,1 1-1,1-1 1,1 0 0,2 1-1,1-1 1,2 1 0,12-35-1,-12 46-103,2 0 0,0 0 0,1 1-1,1 0 1,1 1 0,0 1 0,1-1 0,1 2 0,29-25-1,-34 32-219,1 0-1,-1 1 1,2 0-1,-1 1 0,0 0 1,1 1-1,0 0 0,0 0 1,1 1-1,-1 1 1,0 0-1,1 0 0,-1 2 1,1-1-1,0 1 1,-1 1-1,1 0 0,14 3 1,14 12-5745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57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0 5017,'0'0'6972,"-4"33"-6188,-2 9-563,-1 3 84,3 1 0,0 53-1,3-58-14,0-25-206,0-1 1,2 1-1,-1 0 1,6 25-1,-5-37-79,0 0 0,0 0 0,1 0 0,0 0 0,0-1 0,0 1 0,0 0 0,0-1 0,1 1 0,-1-1 0,1 0 0,0 0 0,0 0 0,0 0 0,1 0 0,-1-1 0,1 1 0,-1-1 0,1 0 0,0 0 0,6 2 0,1-1-2,0 0 0,0-1 0,0 0 0,0-1 0,0 0 0,0 0 0,1-2 0,-1 1 0,0-1 0,0-1-1,0 0 1,0-1 0,0 0 0,-1 0 0,1-1 0,-1 0 0,0-1 0,0-1 0,0 1 0,-1-2 0,10-7 0,-18 13-90,0 1 0,0-1 0,0 0 0,0 0 1,0 0-1,0 0 0,0 0 0,0 0 0,0-1 0,0 1 0,-1 0 0,1 0 0,-1-1 0,1 1 0,-1 0 0,1-1 0,-1 1 0,0 0 1,1-1-1,-1 1 0,0-2 0,0-6-2354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58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0 178 5705,'0'0'5185,"186"-92"-4641,-140 70-271,0 6-145,-4 0-120,-14 4 40,-14 2-48,-7 1-905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58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8650,'0'0'4793,"221"-73"-4697,-147 70-96,-21 3-120,-7 0-1673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58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10106,'0'0'3753,"197"111"-3745,-137-86 56,-11 6-64,-7-2 0,-14-7 0,-24 16-304,-4-7-968,0-5-1945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58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0 405 7258,'0'0'4176,"98"-180"-3255,-48 117-289,-5 6-312,-3 13-152,-10 12-96,0 13-72,6 10 0,-10 9-352,-3 0-2009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58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8290,'0'0'6345,"0"142"-6209,0-79 32,0 4-24,0-7-80,0-7-56,3-8 32,22-26-40,-7-13-1416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59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10866,'0'0'2793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59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0 9034,'0'0'5169,"-53"209"-4865,53-118-112,0 4-88,0 0-32,11-3-64,3-13 48,-4-10-48,-3-12-8,-7-7-592,0-15-1440,0-16-3530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4:59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9458,'0'0'4553,"186"-9"-4137,-98 9-304,-11 0-112,-27 0-1544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00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0 6801,'0'0'4948,"8"0"-4298,3 1-525,-1 1 0,0 0 0,0 1 0,-1 0 0,1 0 1,0 1-1,-1 0 0,0 1 0,0 0 0,0 0 1,-1 1-1,0 0 0,10 9 0,17 15 0,-2 1 0,53 65 1,-73-79-114,-1 0 1,0 2-1,-2-1 1,0 1-1,-1 1 1,-1 0-1,0 0 1,5 26-1,-4 14 27,-3 1-1,-2-1 1,-5 70-1,1-52-21,-1-56 0,-1 0 0,-1 1 0,-1-1 0,-1 0 0,0-1 0,-10 24 1,-62 123 8,41-93-20,9-27-1,-2-2 1,-1 0-1,-3-2 1,-1-2-1,-41 39 1,-16 21 2,70-80-12,17-19-18,1 0 0,-1 1 0,1-1 0,0 1 0,0-1 0,0 1 0,0 0 0,1 0-1,0 0 1,-1 0 0,1 1 0,1-1 0,-1 1 0,1-1 0,0 1 0,0-1 0,-1 6 0,8-22-106,62-93-2097,-29 52-1662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01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6137,'0'0'5223,"4"29"-3434,-5 42-725,-1-23-823,2 0 1,3-1-1,1 1 0,19 85 0,-20-119-229,-1 1-1,0 0 0,-1 0 1,-1 24-1,0-21 27,0-15-32,0-1 1,-1 1-1,1 0 0,-1 0 1,0-1-1,0 1 1,1-1-1,-2 1 0,1-1 1,0 1-1,0-1 0,-1 0 1,0 0-1,1 1 1,-1-1-1,0 0 0,0 0 1,0-1-1,-3 3 1,-20 25 729,24-28-673,20-3-68,109-40 35,-9 1 12,-50 25 40,1 2 1,1 3 0,0 4-1,86 1 1,-155 6 340,-4-1-313,-1 1 1,0-1-1,0 1 1,1-1-1,-1 1 1,0 0 0,0 0-1,0 0 1,-4 2-1,-9-1-96,-62 3-2091,46 1-3115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03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5153,'0'0'5831,"1"10"-3608,74 483-947,-45-339-1124,-6 0 0,4 200 0,-26-240-186,1-42 259,-4 0 0,-2 0 0,-18 99 0,20-167-196,1-3 28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04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35 285 5225,'0'0'8557,"-8"0"-8449,-19 0 8,53 0 408,65 0 629,-40-3-688,97-17-1,25-3-355,156 20-9,-172 5-87,185-22-1,-113 1 44,234 10-1,-355 9-40,-37-4-14,1-3 1,105-24-1,-5 1 29,80-25-18,-190 38-39,1 2 0,1 3-1,119-6 1,-158 18 31,0 2 0,-1 0 0,44 12 0,-34-9-5,0-1 0,1-1 1,-1-2-1,45-5 0,2 2 40,626 5 19,-692-2-58,0 0 1,0 1-1,0 0 0,-1 1 0,1 1 0,-1 0 0,0 1 0,0 1 0,24 13 1,-22-11 0,0-1 1,1 0 0,0-1-1,0-1 1,1-1 0,18 2 0,7-1 4,57-2 0,24 13 8,-98-16-20,-46 0-912,-11 0-1805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05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8194,'0'0'7131,"3"12"-7025,12 45 102,-2 1 0,7 74 0,-6 625 834,-12-238-714,1-489-309,1 1-1,1 0 1,2-1-1,10 29 0,12 52 77,-29-109-102,1 6 11,1 1 0,0-1 0,0 1-1,1-1 1,0 0 0,4 8 0,-5-13-127,0 0-1,0 0 0,0-1 0,1 1 1,-1-1-1,1 0 0,0 0 1,-1 0-1,1 0 0,0 0 1,0 0-1,0-1 0,0 1 0,1-1 1,-1 0-1,0 0 0,0 0 1,7 0-1,21 1-3468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06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 4281,'0'0'3674,"0"0"-3634,0 0 0,0-1-1,0 1 1,0 0 0,-1 0 0,1 0 0,0 0-1,0 0 1,0 0 0,-1 0 0,1 0 0,0 0-1,0-1 1,0 1 0,-1 0 0,1 0 0,0 0-1,0 0 1,-1 0 0,1 0 0,0 0-1,0 0 1,0 0 0,-1 1 0,1-1 0,0 0-1,0 0 1,0 0 0,-1 0 0,1 0 0,0 0-1,0 0 1,0 0 0,-1 1 0,1-1 0,0 0-1,0 0 1,0 0 0,0 0 0,0 0 0,-1 1-1,1-1 1,0 0 0,0 0 0,0 0-1,0 1 1,0-1 0,0 0 0,0 0 0,0 0-1,0 1 1,0-1 0,0 0 0,0 0 0,0 1-1,0-1 1,0 0 0,0 0 0,0 0 0,0 1-1,0-1 1,0 0 0,0 0 0,0 0 0,0 1-1,0-1 1,1 0 0,-19 254 3214,18 345-2114,14-450-976,58 244 0,-40-247-103,21 245 1,-47 488 118,-10-459-137,-5-186-18,1 56-8,10-266-22,1-1-1,1-1 0,1 1 1,1 0-1,1-1 0,14 30 0,-20-51 4,3 8 14,-3-9-13,-1 1 0,0-1 1,0 0-1,0 0 0,0 0 0,1 0 1,-1 0-1,0 0 0,0 0 0,0 0 1,1 0-1,-1 0 0,0 0 0,0 0 1,0 0-1,1 0 0,-1 0 0,0 0 1,0 0-1,0 0 0,1 0 0,-1 0 1,0 0-1,0 0 0,0 0 1,1 0-1,-1 0 0,0 0 0,0 0 1,0-1-1,0 1 0,0 0 0,1 0 1,-1 0-1,0 0 0,0 0 0,0-1 1,0 1-1,0 0 0,0 0 0,1 0 1,-1 0-1,0-1 0,0 1 0,0 0 1,0 0-1,0 0 0,0-1 1,0 1-1,0 0 0,0 0 0,0 0 1,0-1-1,0 1 0,0 0 0,0 0 1,0 0-1,0-1 0,0 1 0,0 0 1,0 0-1,-1 0 0,1 0 0,0-1 1,7-39-1423,2-53 0,-5-4-4022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07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8 312 4305,'0'0'5298,"-2"-8"-4914,-4-24 301,7 31-635,-1 1 1,0-1-1,0 0 1,0 1-1,1-1 1,-1 1-1,0-1 1,0 1-1,1-1 1,-1 1 0,0-1-1,1 1 1,-1-1-1,1 1 1,-1-1-1,1 1 1,-1 0-1,1-1 1,-1 1-1,1 0 1,-1 0-1,1-1 1,-1 1 0,1 0-1,-1 0 1,1 0-1,0-1 1,-1 1-1,1 0 1,-1 0-1,1 0 1,0 0-1,-1 0 1,1 0-1,28 1 614,-22-1-358,33 0 298,-3 2-330,1-3-1,-1-1 1,0-1 0,65-15 0,-8-12-71,-51 14-138,2 3-1,0 1 1,0 2 0,78-6 0,-25 15 26,180 24-1,-156-9-86,1-7 0,0-4 0,162-18 0,-120 6 10,-86 6-5,146-24-1,362-71 32,-515 87-31,11 0-4,1 2-1,0 5 0,90 6 1,89 29 9,66-28-29,-214-3 14,-100 1 2,-1 1 0,0 0 0,0 1 0,0 1 1,0 1-1,0-1 0,-1 2 0,14 7 0,-7-4 4,0 0-1,32 8 1,-32-14-6,1-1 0,0-1 0,0 0 0,0-2-1,-1 0 1,1-1 0,0-1 0,30-10-1,0 3-4,-6 5 3,0 1 0,0 3 0,48 4 0,3-1-666,-83-3-1256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08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4025,'0'0'6841,"5"30"-6385,53 205 651,-49-200-807,-1 1 0,-1-1-1,2 58 1,-9 110 258,-1-95-385,-2 44 79,11 220 54,17-213-241,-14-100-49,7 105 0,-19-8 54,-1-83-48,2-1 0,4 1 0,3-1 0,17 73 0,-12-81 7,-2 0 0,-4 1 0,-2 115 0,0 12 31,0-162-51,2 1 1,0-1 0,2 0-1,21 50 1,-16-48-4,-2 1 0,-2 0 1,8 44-1,5 174 2,6 46 288,-27-292-267,0 2-7,0 0 0,0-1-1,0 1 1,1 0 0,0-1 0,0 0-1,0 1 1,1-1 0,0 0 0,5 8-1,-7-14-21,-1 0 0,0 0 0,1 0 0,-1 0 0,0 0 0,0 0 0,1 0 0,-1 0-1,0 0 1,1 0 0,-1 0 0,0 0 0,0 0 0,1 0 0,-1 0 0,0 0-1,0-1 1,1 1 0,-1 0 0,0 0 0,0 0 0,1 0 0,-1-1 0,0 1 0,0 0-1,1 0 1,-1-1 0,0 1 0,0 0 0,0 0 0,0-1 0,0 1 0,1 0 0,-1 0-1,0-1 1,0 1 0,0 0 0,0 0 0,0-1 0,0 1 0,0 0 0,0-1 0,0 1-1,5-18-68,0-33-609,-5-16-1334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09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3521,'0'0'7375,"5"26"-6432,55 340 838,-10 166-614,17 138-427,-42-525-556,6-2 0,52 143 0,-83-316-988,-18-134-4368,13 73-1370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10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7650,'0'0'2804,"2"28"-1646,15 312 1250,14 215-1079,7-179-922,21 365 82,-54-635-453,-5-107-42,0 1-1,0 0 1,0 0 0,0 0 0,0-1-1,0 1 1,0 0 0,1 0 0,-1 0-1,0-1 1,0 1 0,0 0 0,0 0 0,0 0-1,0-1 1,1 1 0,-1 0 0,0 0-1,0 0 1,0 0 0,1 0 0,-1 0-1,0-1 1,0 1 0,0 0 0,1 0-1,-1 0 1,0 0 0,0 0 0,1 0-1,-1 0 1,0 0 0,0 0 0,0 0 0,1 0-1,-1 0 1,0 0 0,0 0 0,1 0-1,-1 0 1,0 0 0,0 0 0,0 1-1,1-1 1,-1 0 0,0 0 0,0 0-1,0 0 1,1 0 0,-1 0 0,0 1 0,0-1-1,0 0 1,0 0 0,1 0 0,-1 0-1,0 1 1,0-1 0,0 0 0,0 0-1,0 1 1,0-1 0,0 0 0,0 0-1,0 0 1,0 1 0,0-1 0,4-9-319,-1-1 0,0 1 0,-1-1 1,0 0-1,-1 1 0,0-15 0,0 20 185,3-60-2413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10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7578,'0'0'5629,"3"30"-5085,47 472 1275,-32-332-1523,115 898 728,-123-1008-1013,-7-31-15,2-1 1,0-1-1,2 1 0,18 46 0,-19-70-1963,-3-15 390,-1-13-1113,-2-12-2661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10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9394,'0'0'2839,"0"33"-2036,-1 37-332,5 271 1155,14-92-1026,6 113 85,-20-166-439,-3-46 69,25 183-1,-18-277-262,3 1-1,1-2 1,4 0-1,1 0 1,32 66-1,-47-119-104,17 31 100,-18-32-81,-1-1 0,0 1 0,0-1 0,1 0 0,-1 1 0,0-1 0,1 1 0,-1-1 0,0 0 0,1 1 0,-1-1 0,0 0 0,1 1 0,-1-1 0,1 0 1,-1 0-1,0 0 0,1 1 0,-1-1 0,1 0 0,-1 0 0,1 0 0,-1 0 0,1 0 0,-1 0 0,1 0 0,-1 0 0,1 0 0,-1 0 0,1 0 0,-1 0 0,1 0 0,-1 0 0,1 0 0,-1 0 0,0-1 0,1 1 0,-1 0 0,1 0 0,-1-1 1,1 1-1,-1 0 0,0-1 0,1 1 0,-1 0 0,0-1 0,1 1 0,-1 0 0,0-1 0,0 1 0,1-1 0,-1 1 0,0 0 0,0-1 0,0 1 0,1-1 0,-1 1 0,0-1 0,0 1 0,0-1 0,0 1 0,0-1 0,0 1 0,0-1 0,0 1 1,0-1-1,0 1 0,-1-1 0,8-42-3070,-3-10-2492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11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8170,'0'0'3718,"-1"39"-2745,18 495 1265,31-111-1488,33 259 149,-74-631-834,1-1 0,3 0 0,2 0 0,3-1 0,1 0 1,26 48-1,-40-91-67,1 1 1,0-1 0,0 0 0,0 0-1,8 7 1,-12-13-20,1 1 1,0 0-1,0-1 0,0 1 1,-1 0-1,1-1 0,0 1 1,0-1-1,0 1 0,0-1 1,0 0-1,0 1 0,0-1 1,0 0-1,0 0 0,0 0 1,0 0-1,0 0 0,0 0 1,0 0-1,0 0 0,0 0 1,0 0-1,0 0 0,0-1 1,0 1-1,0 0 0,-1-1 1,1 1-1,0 0 0,0-1 1,0 0-1,0 1 0,0-1 1,-1 1-1,1-1 0,0 0 1,0 1-1,-1-1 0,1 0 1,-1 0-1,1 0 0,-1 0 1,1-1-1,17-39-1927,-6-14-1608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11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9042,'0'0'4762,"13"27"-4627,40 88 18,-41-84 114,-2 1 0,-1 0-1,-1 1 1,-2 0-1,-1 0 1,-1 0 0,-2 1-1,-4 54 1,1-29-50,0 127 221,13 433 272,-9-564-703,3-1-1,1 0 1,3-1 0,30 94-1,-34-133 12,1 0-1,0-1 1,10 15-1,-15-25-37,0 0-1,0-1 0,0 1 0,1 0 1,-1-1-1,1 0 0,0 0 1,5 4-1,-7-6-13,0 1 0,0-1 0,0 1 0,0-1 0,0 0 0,0 0 0,0 1 0,0-1 0,1 0 1,-1 0-1,0 0 0,0 0 0,0 0 0,0-1 0,0 1 0,0 0 0,0 0 0,0-1 0,0 1 0,0-1 0,0 1 0,0-1 0,0 1 0,0-1 0,0 1 0,0-1 1,1-1-1,-1 0-148,1 0 0,-1 0 0,1 0 1,-1 0-1,0 0 0,0 0 0,0 0 1,0-1-1,0 1 0,1-5 1,3-33-3946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12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 6209,'0'0'5736,"-5"0"-5545,3 0-186,1 1 0,-1-1 0,1 0 0,-1 1 0,1 0 0,0-1 1,-1 1-1,1 0 0,0 0 0,0-1 0,-1 1 0,1 0 0,0 0 0,0 1 0,0-1 0,0 0 1,0 0-1,0 0 0,1 1 0,-1-1 0,0 0 0,1 1 0,-1-1 0,0 0 0,1 1 0,0-1 1,-1 1-1,1-1 0,0 1 0,0-1 0,0 1 0,0-1 0,0 3 0,2 74 679,0-48-294,6 139 868,46 254 0,-51-407-1247,-1-2-8,1 1-1,0-1 1,0 1 0,2-1-1,0 0 1,0-1-1,1 1 1,1-1-1,0 0 1,10 12-1,-16-23-32,0-1-1,0 0 1,0 1 0,1-1-1,-1 0 1,0 0 0,1 1-1,-1-1 1,1 0 0,0 0-1,-1-1 1,1 1 0,0 0-1,-1-1 1,1 1 0,0-1-1,0 1 1,-1-1 0,1 0-1,0 1 1,0-1-1,0 0 1,0 0 0,2-1-1,-3 0-31,1 0 0,-1 1 0,1-1 0,-1 0-1,1 0 1,-1 0 0,0-1 0,0 1 0,1 0-1,-1 0 1,0-1 0,0 1 0,0-1 0,-1 1-1,1-1 1,0 1 0,0-1 0,-1 1-1,1-1 1,-1 0 0,1 1 0,-1-1 0,0 0-1,0-1 1,5-59-386,-5-106 1,-3 61 539,4 92-89,0-1 0,1 0-1,1 1 1,0 0 0,2-1-1,-1 1 1,2 1 0,0-1-1,0 1 1,2 0 0,0 0-1,0 1 1,1 0-1,12-12 1,-13 15-11,0 1 0,2 0 0,-1 0 0,1 1 0,0 1 0,1-1 0,-1 2 0,1-1 0,1 1 0,-1 1-1,1 0 1,0 1 0,1 0 0,-1 1 0,0 0 0,1 1 0,20-1 0,-30 4 8,0-1-1,0 0 1,-1 1 0,1 0-1,0-1 1,0 1-1,-1 0 1,1 0 0,0 1-1,-1-1 1,1 1-1,-1-1 1,1 1 0,-1 0-1,0 0 1,0 0 0,0 0-1,0 0 1,0 0-1,0 1 1,-1-1 0,1 1-1,-1-1 1,0 1 0,1-1-1,-1 1 1,-1 0-1,1 0 1,1 4 0,2 9 44,-1 1 0,-1-1-1,0 32 1,-2-48-43,1 20 101,-1 0 0,-1 0 0,-1 0 0,-7 34 0,6-44-21,0 0 0,-1 0 0,-1 0 0,0-1 0,0 0 0,-1 1 0,0-2 0,0 1 0,-1-1 0,-11 11 0,0-2 19,-2 0 1,0-1-1,0-1 0,-2-1 1,0-1-1,0-1 1,-1-1-1,-1-1 0,1-1 1,-2-1-1,1-1 1,-1-1-1,0-1 1,0-2-1,-1 0 0,-25-1 1,49-2-109,0 0 0,-1 0 1,1-1-1,0 1 0,0 0 1,-1-1-1,1 0 1,0 1-1,0-1 0,0 0 1,0 0-1,0 0 0,0 0 1,0-1-1,0 1 0,0 0 1,0-1-1,1 0 0,-1 1 1,1-1-1,-1 0 0,-1-2 1,2 1-40,0-1 0,0 1 0,0 0 0,0-1 0,0 1 0,1-1 0,0 1 0,-1-1 0,1 1 0,1 0 0,-1-1 0,0 1 0,2-5 0,2-6-580,0 0 1,1 0-1,0 1 0,1-1 0,15-22 0,27-34-5958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13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1 103 7730,'0'0'4119,"19"14"-4027,-4-3-68,-1-1 1,-1 0 0,0 1-1,0 0 1,-1 1 0,-1 0 0,0 1 0,18 28 0,-19-24 197,-1 2 0,0-1 0,-2 1 0,0 0 0,-2 0 1,0 1-1,-1-1 0,0 1 0,-2 0 0,0 27 0,-2-73-205,1-1 0,2 1 1,0 0-1,2 0 0,1 0 0,0 1 0,2 0 1,1 0-1,2 0 0,0 1 0,1 1 0,1 0 1,1 1-1,2 0 0,0 1 0,1 1 0,32-30 1,-47 49-14,27-19-51,-29 20 46,1 0 0,-1 0 0,1-1 1,-1 1-1,1 0 0,0 0 0,-1 0 1,1-1-1,0 1 0,-1 0 0,1 0 0,0 0 1,-1 0-1,1 0 0,0 1 0,-1-1 1,1 0-1,-1 0 0,1 0 0,0 0 0,-1 1 1,1-1-1,-1 0 0,1 1 0,0-1 1,-1 0-1,1 1 0,-1-1 0,1 1 0,-1-1 1,0 1-1,1-1 0,-1 1 0,1-1 1,-1 1-1,0-1 0,1 1 0,-1-1 0,0 1 1,0 0-1,0-1 0,1 1 0,-1-1 1,0 1-1,0 0 0,0-1 0,0 1 0,0 0 1,0-1-1,0 1 0,0 0 0,-1 0 1,1 140 406,-3-105-339,3 1-1,0 0 0,3 0 0,0-1 0,13 50 1,1-45-44,-16-39-33,0-1 1,0 0-1,1 1 0,-1-1 0,0 0 0,0 0 1,1 0-1,-1 0 0,0 0 0,1 0 0,-1 0 1,1-1-1,-1 1 0,1 0 0,0-1 0,-1 1 1,1-1-1,-1 0 0,1 1 0,0-1 0,2 0 1,-4 0 9,1 0-68,0 0 0,0 0 0,0 0 0,-1 0 1,1 0-1,0 0 0,0 0 0,0 0 0,0 0 1,0-1-1,-1 1 0,1 0 0,0-1 0,0 1 1,0 0-1,-1-1 0,1 1 0,1-2 0,7-22-3558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13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10866,'0'0'2633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14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478 685 7546,'0'0'2707,"-36"-10"-1672,-117-33-163,135 38-719,-1 0 0,1 2 0,0 0-1,-1 1 1,0 1 0,1 1 0,-28 2 0,28 0-33,14-2-96,0 0 1,1 1-1,-1 0 1,0-1-1,0 1 1,1 1-1,-1-1 1,0 0-1,1 1 1,0 0-1,-1 0 1,1 0-1,0 0 1,0 0-1,0 1 1,0-1-1,0 1 1,1 0-1,-1 0 1,1 0-1,-1 0 1,1 0-1,0 1 1,1-1-1,-4 8 1,2 1 2,-1 1 0,2 0 1,0 0-1,0 0 0,1 0 1,1 17-1,1-20-23,0 0 0,1 0 0,0 0-1,1 0 1,0 0 0,0-1 0,1 1 0,1-1-1,-1 0 1,1 0 0,1 0 0,0-1 0,0 0 0,1 0-1,-1 0 1,2-1 0,-1 0 0,1-1 0,0 0 0,0 0-1,1 0 1,15 7 0,-10-6-10,1 0 0,0 0 0,0-1 0,0-1 0,0-1 0,1 0 0,0-1 0,0-1 0,0 0 0,0-1 1,0-1-1,0-1 0,0 0 0,16-3 0,-22 1-25,0-1 1,0 0-1,0 0 1,-1-1-1,0 0 1,0-1-1,0 0 1,-1 0 0,0-1-1,0 0 1,0 0-1,-1-1 1,0 0-1,-1 0 1,0-1-1,0 1 1,0-1-1,-2-1 1,9-18-1,-3 1-91,-1-1 0,-1 0-1,-2-1 1,0 0 0,-2 0-1,0-30 1,0-23-666,-11-130 0,4 186 384,-1 0 0,-1 0 0,-1 0 0,-1 1 0,-2-1 0,0 2 0,-2-1 0,-25-43 0,31 61 483,0 1 0,-1 0 0,1-1-1,-1 2 1,0-1 0,-1 1 0,1 0 0,-1 0-1,0 0 1,0 1 0,-11-4 0,15 7-8,0-1 0,0 1 0,0 1 1,0-1-1,0 0 0,0 1 0,0-1 0,-1 1 1,1 0-1,0 0 0,0 0 0,0 0 1,0 1-1,-1 0 0,1-1 0,0 1 0,0 0 1,0 0-1,0 1 0,1-1 0,-1 0 0,0 1 1,0 0-1,1 0 0,-1 0 0,1 0 0,-1 0 1,1 0-1,0 1 0,0-1 0,0 1 0,-1 2 1,-3 5 96,1 0 0,1 1 1,0-1-1,0 1 0,1-1 1,1 1-1,-1 0 0,0 21 1,2-7 68,0-1 0,2 0 0,4 28 0,2-18-25,1-1-1,1 0 1,2 0 0,1-2 0,21 40-1,96 141 469,-118-196-653,11 20 34,2-2-1,1-1 0,2-1 1,42 38-1,-65-67-56,0 1-1,0-1 1,1 0-1,-1 0 1,1-1 0,0 0-1,0 1 1,0-2-1,8 3 1,-12-3-35,1-1-1,0 0 1,0 0 0,0 0-1,0 0 1,-1 0 0,1 0-1,0 0 1,0-1 0,-1 1-1,1-1 1,0 1 0,0-1-1,-1 0 1,1 0 0,0 1-1,-1-1 1,1 0 0,-1-1-1,1 1 1,-1 0 0,0 0-1,0 0 1,1-1 0,-1 1-1,0-1 1,0 1 0,0-1-1,1-2 1,11-36-2064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14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54 5529,'0'0'6675,"-2"10"-6526,-7 92 58,9-100-210,11-12 47,-7 0 7,-1 0 0,1 0 0,-2 0 0,0 0 0,0-1 0,-1 1 0,0 0-1,0-1 1,-1 0 0,-2-10 0,2-6 338,14 21-5545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15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414 125 1208,'0'0'10611,"-25"-17"-10209,-79-55-42,60 52-2,21 21-40,13 1-175,6-1-114,1 0 0,0 0-1,-1 1 1,1-1 0,0 1-1,0 0 1,0 0 0,0 0 0,0 0-1,0 0 1,0 1 0,1 0-1,-1-1 1,1 1 0,0 0-1,0 0 1,0 0 0,0 0 0,0 0-1,1 1 1,-1-1 0,1 0-1,0 1 1,0-1 0,-1 7-1,-1 8 13,-1 0-1,2 0 1,0 32-1,1-44-38,1-1-1,1 0 0,-1 1 0,1-1 1,0 0-1,0 0 0,0 0 0,1 0 1,0 0-1,0 0 0,0 0 1,0 0-1,1-1 0,0 1 0,0-1 1,0 0-1,0 0 0,1 0 0,0 0 1,0-1-1,0 1 0,0-1 0,0 0 1,6 3-1,-1-2-18,1 0 1,-1-1-1,1 0 0,0 0 1,0-1-1,0-1 1,1 1-1,-1-2 0,0 1 1,1-1-1,15-3 0,-21 3 3,0-1 0,0-1-1,0 1 1,-1 0 0,1-1-1,0 0 1,-1 0 0,0-1-1,1 1 1,-1-1 0,0 0-1,0 0 1,0 0 0,-1-1-1,1 1 1,-1-1 0,0 0-1,5-7 1,-3 4 33,-1-1-1,-1 1 1,0-1 0,0 0 0,0 1-1,-1-1 1,0 0 0,-1 0-1,1-1 1,-1-15 0,-9 30 229,4 7-245,0 1 0,1-1 0,0 1-1,1 0 1,0 27 0,-2 1 9,-6 56 87,-26 180 410,26-231-359,-1 0 1,-2-1-1,-35 80 1,45-119-119,0-1 1,-1 1-1,0-1 0,0 0 1,-1 0-1,0 0 1,0-1-1,0 0 1,-6 5-1,8-8-18,0 0 0,0 0 0,1 0-1,-1-1 1,0 1 0,0-1 0,-1 0 0,1 0 0,0 0-1,0-1 1,0 1 0,-1-1 0,1 1 0,0-1-1,-1 0 1,1 0 0,0-1 0,0 1 0,-1-1 0,1 0-1,0 1 1,0-1 0,-4-2 0,-1-2-14,0 0 0,0 0 0,1-1 0,0 1 0,0-2 0,0 1 0,1-1 0,0 0 0,0 0 0,0-1 0,1 1 0,-4-11 1,-5-7-11,2 0 0,-16-51 1,24 62 10,0-1 1,1 1 0,1-1-1,-1-29 1,3 42-2,0 0 0,1-1 1,-1 1-1,0 0 0,1 0 1,0 0-1,-1 0 0,1 0 1,0 0-1,0 0 0,0 0 0,0 0 1,1 0-1,-1 0 0,0 1 1,1-1-1,-1 0 0,1 1 1,0-1-1,-1 1 0,1 0 1,0 0-1,0-1 0,0 1 0,0 0 1,0 1-1,2-2 0,8-2 2,0 1 0,0 0 1,24-2-1,-19 2 1,181-19-15,-109 14-64,-1-3 0,153-40 0,-186 35-329,-1-3 0,0-1 0,-2-4 1,-1-1-1,62-41 0,-108 62 411,-1 0-1,0-1 0,0 0 1,-1 1-1,1-1 1,-1 0-1,0-1 0,-1 1 1,1-1-1,-1 1 1,0-1-1,0 0 0,-1 0 1,0 1-1,0-1 1,0 0-1,-1 0 0,0-9 1,1 1 20,-2 1 1,0 0-1,0 0 1,-2 0-1,1 0 1,-2 0-1,-5-14 1,4 15-18,-1 0 0,-1 1-1,0 0 1,-1 1 0,0-1 0,0 2 0,-1-1-1,0 1 1,-1 0 0,0 1 0,0 0 0,-14-7-1,17 10 51,-1 1-1,1 0 0,-1 1 0,0-1 0,-1 2 0,1-1 0,0 1 0,-1 0 0,1 1 0,-1 0 0,0 0 1,1 1-1,-1 0 0,0 0 0,1 1 0,-1 1 0,1-1 0,-1 1 0,-9 4 0,11-2 12,1 0 0,-1 0 0,1 1 0,0 0-1,0 0 1,1 0 0,-1 1 0,1 0 0,0 0 0,1 0-1,0 1 1,0 0 0,0 0 0,0 0 0,1 0 0,1 0 0,-1 0-1,1 1 1,0 0 0,1-1 0,-1 15 0,0-10-17,1 1 1,0 0 0,1 0 0,1 0-1,0 0 1,0-1 0,2 1 0,-1 0-1,2-1 1,-1 0 0,2 0 0,10 23-1,-5-23-36,0 0-1,1 0 0,0-1 1,0-1-1,1 0 0,0 0 0,1-1 1,0-1-1,1 0 0,0-1 0,0 0 1,0-1-1,1-1 0,21 6 1,-23-8-102,0 1 1,0-2 0,0 0 0,0 0 0,0-1 0,0-1-1,0 0 1,0-1 0,0 0 0,0-1 0,0 0-1,0-1 1,0-1 0,-1 0 0,1-1 0,-1 0 0,16-10-1,12-22-2631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17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2012 2745,'0'0'10251,"-11"22"-8214,8-22-1969,0-1 0,-1 1 0,1-1 1,-1 0-1,1 0 0,0 0 0,0 0 1,-1-1-1,1 1 0,0-1 0,0 0 1,1 0-1,-1 0 0,0 0 0,1-1 1,-5-3-1,-35-52-18,28 37 70,-29-45-101,2-1 0,4-3 0,3-1-1,3-2 1,-35-118 0,56 139-39,1-1 1,3-1 0,2 1 0,5-87 0,0 123 6,1 0 1,1 0 0,1 1 0,0 0-1,1-1 1,1 2 0,0-1 0,1 1 0,1 0-1,11-17 1,15-17-13,62-68 0,-70 86 19,125-139-134,72-88-82,-180 207 231,-27 34 1,0-2-1,-2 1 1,0-2-1,15-28 0,-26 40 101,-8 11 81,-6 4-220,-281 165 165,281-167-76,-5 2 47,25-6-105,0-4 1,-1-1 1,0 1-1,0-2 1,-1 1-1,1-1 1,-1 0-1,0 0 1,0-1-1,11-12 1,21-15 18,-7 9-14,-1 0 0,1 2 0,1 1-1,51-25 1,-83 46-9,-1-1 0,1 1 1,0-1-1,0 1 1,0-1-1,-1 1 1,1-1-1,0 1 0,0 0 1,0 0-1,0-1 1,0 1-1,0 0 1,0 0-1,0 0 0,0 0 1,-1 0-1,1 0 1,0 0-1,0 1 1,0-1-1,0 0 1,0 0-1,0 1 0,0-1 1,-1 0-1,1 1 1,0-1-1,0 1 1,0-1-1,-1 1 0,1 0 1,1 0-1,1 30 59,-3-22-7,0 309 1509,0-315-1553,1 1-1,-1-1 1,1 1-1,-1-1 1,1 0-1,0 1 1,0-1-1,0 0 1,1 0 0,-1 1-1,1-1 1,0 0-1,0-1 1,0 1-1,0 0 1,0 0-1,1-1 1,2 3-1,5 3-95,0-1-1,1 0 0,19 9 1,-2-1-796,-5-1-1582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30.6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6065,'0'0'7642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14.7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2442 522 7490,'0'0'6264,"-13"8"-5756,-46 23 17,55-29-475,0 0 0,0-1 0,-1 1 0,1-1 0,0 0 0,-1-1 0,1 1 0,-1-1-1,1 0 1,-1 0 0,-6-1 0,-9 0 66,-196-7 42,2-10 0,-379-81-1,355 41 50,2-9 0,-257-113 0,397 144 64,58 23-51,1-2 1,0-1-1,-53-32 0,90 48-237,0 0 0,-1 0 1,1 0-1,0 0 0,0 0 1,0-1-1,0 1 0,0 0 1,0 0-1,0 0 0,-1 0 0,1 0 1,0 0-1,0 0 0,0 0 1,0 0-1,0 0 0,0 0 1,0-1-1,0 1 0,0 0 1,-1 0-1,1 0 0,0 0 0,0 0 1,0 0-1,0-1 0,0 1 1,0 0-1,0 0 0,0 0 1,0 0-1,0 0 0,0 0 1,0-1-1,0 1 0,0 0 0,0 0 1,0 0-1,0 0 0,0 0 1,0 0-1,0-1 0,1 1 1,-1 0-1,0 0 0,0 0 1,0 0-1,0 0 0,0 0 0,0 0 1,0 0-1,0-1 0,0 1 1,0 0-1,1 0 0,-1 0 1,0 0-1,0 0 0,0 0 1,0 0-1,0 0 0,0 0 0,1 0 1,14-3-495,20 2-110,-34 1 513,36 0-2017,-7 0-2067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15.7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398 0 8922,'0'0'3435,"-29"13"-3264,-1 0-121,10-6-19,0 2 1,1 0 0,0 2-1,0 0 1,1 1-1,1 0 1,-23 22 0,8-5 140,8-7 101,-41 46 0,60-62-251,0 1 0,0-1 1,1 1-1,0-1 0,0 1 0,1 0 0,0 1 0,0-1 0,1 0 0,0 1 1,0 0-1,1-1 0,-1 11 0,2-16-21,1 0-1,-1 0 1,1 1 0,-1-1-1,1 0 1,0 0 0,0 0-1,0 0 1,0-1 0,0 1-1,0 0 1,0 0 0,1-1-1,-1 1 1,1 0 0,-1-1-1,1 0 1,0 1 0,-1-1-1,1 0 1,0 0 0,0 0-1,0 0 1,0 0 0,0 0-1,4 0 1,7 4 0,1-2 0,-1 0 0,16 1 0,-19-2 1,146 7 6,-117-8 4,0 0 0,-1 3-1,66 14 1,-102-18-11,0 0 1,0 1 0,0-1 0,0 1 0,-1-1 0,1 1 0,0 0-1,-1-1 1,1 1 0,-1 0 0,1 0 0,0 0 0,-1 1-1,0-1 1,1 0 0,-1 0 0,0 1 0,0-1 0,0 1 0,0-1-1,0 1 1,0-1 0,0 1 0,0 0 0,-1-1 0,1 1-1,0 0 1,-1 0 0,0 0 0,1-1 0,-1 1 0,0 0 0,0 0-1,0 0 1,0 2 0,-2 1 10,1-1-1,-1 1 1,0-1 0,0 1 0,0-1-1,-1 0 1,0 1 0,1-1-1,-2-1 1,1 1 0,0 0 0,-8 5-1,-29 23 141,-1-3 0,-1-1 0,-2-2 0,-1-2 0,-1-2 0,0-1-1,-64 17 1,129-45-842,-1-1 0,0-1-1,30-19 1,-33 19 96,55-37-3188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16.0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1 4425,'0'0'8210,"-28"208"-7818,49-122-152,1-7-88,2-7-64,1-15-72,-4-13-8,-4-9-8,-6-19 0,6-10-1160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16.3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37 7154,'0'0'1459,"33"-6"-1397,110-19 25,-135 23-25,0 1 0,0 0 0,1 0 0,-1 1 0,0 0 0,0 0 0,1 1 0,-1 1 0,0-1 0,0 1 0,0 0 0,0 1 0,0 0 0,-1 0 0,1 1 0,-1 0 0,0 0 0,0 0 0,0 1 0,6 6 0,-10-7 43,-1-1 0,1 1 0,-1 0 0,1 0 0,-1 0 0,0 0-1,-1 1 1,1-1 0,-1 0 0,0 1 0,0-1 0,0 1 0,0-1 0,-1 1 0,0-1 0,0 1 0,0 0 0,-1-1 0,1 1-1,-1-1 1,0 1 0,0-1 0,-1 0 0,1 1 0,-1-1 0,0 0 0,0 0 0,-1 0 0,1 0 0,-1 0 0,-5 5 0,-12 13 126,-2-1 0,0-1 0,-1-1 1,-1-1-1,-35 20 0,49-32-183,-1 2 3,-1 0 1,0-1 0,-1-1 0,1 0 0,-1 0 0,-1-2-1,-23 6 1,35-10-88,5-10-172,11-17-1089,1 1 1,30-40-1,7 0-4879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16.7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 6073,'0'0'3021,"31"23"-2428,103 78-237,-117-88-276,-1 1 0,0 1 0,-1 0 0,-1 1-1,-1 1 1,20 30 0,-27-36 35,-1 0 1,0 0-1,-1 1 1,0 0-1,0 0 1,-1 0-1,-1 0 1,0 1-1,-1-1 0,0 15 1,-1-26-103,0 0 0,0 0 0,0 1-1,0-1 1,0 0 0,0 0 0,0 0 0,0 1 0,-1-1 0,1 0 0,-1 0-1,1 0 1,-1 0 0,1 0 0,-1 0 0,1 0 0,-1 0 0,0 0 0,0 0 0,0 0-1,1 0 1,-1 0 0,0-1 0,0 1 0,0 0 0,0 0 0,0-1 0,0 1 0,0-1-1,-1 1 1,1-1 0,0 0 0,0 1 0,0-1 0,0 0 0,-1 0 0,1 0-1,0 0 1,0 0 0,0 0 0,-1 0 0,1 0 0,0 0 0,0-1 0,0 1 0,0 0-1,-1-1 1,1 1 0,0-1 0,0 1 0,0-1 0,0 0 0,0 1 0,0-1 0,0 0-1,0 0 1,1 1 0,-1-1 0,0 0 0,0 0 0,0-2 0,-4-5-12,1-1 1,1 0 0,0 0-1,0 0 1,1 0 0,0 0 0,0 0-1,1-1 1,0-16 0,1 0-20,0-1 1,7-37 0,-5 51-11,2-1 1,-1 0-1,2 1 1,-1-1-1,2 1 1,0 0-1,1 1 1,0 0-1,0 0 0,1 0 1,1 1-1,0 0 1,1 1-1,14-13 1,-23 23 32,-1-1 1,1 1-1,-1-1 1,1 1-1,-1 0 1,1-1 0,0 1-1,-1 0 1,1 0-1,0 0 1,-1-1-1,1 1 1,0 0 0,-1 0-1,1 0 1,0 0-1,-1 0 1,1 0-1,0 0 1,-1 0 0,1 0-1,0 1 1,-1-1-1,1 0 1,-1 0-1,1 1 1,0-1 0,-1 0-1,1 1 1,-1-1-1,1 0 1,-1 1-1,1-1 1,-1 1 0,1-1-1,-1 1 1,1-1-1,-1 1 1,0-1-1,1 1 1,-1 0 0,0-1-1,1 1 1,-1-1-1,0 1 1,0 0-1,0-1 1,1 1 0,-1 0-1,0-1 1,0 1-1,0 0 1,5 48 512,-4-33-462,3 18-8,1-1 0,1 0-1,2-1 1,1 0 0,26 60 0,-34-90-237,0 0 0,1 0 1,-1-1-1,0 1 0,1 0 0,-1 0 0,1-1 1,0 1-1,-1-1 0,5 3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16.9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10482,'0'0'2601,"133"161"-9075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17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6529,'0'0'3225,"20"33"-2402,63 106-394,-78-131-331,0 0 0,-1 1-1,0 0 1,0 0 0,-1 0 0,0 0-1,-1 0 1,0 0 0,0 1-1,-1-1 1,0 1 0,0-1 0,-3 19-1,1 4 780,-6-112-726,7 57-360,1 0 1,2-1 0,7-35 0,-8 50 165,0 1 0,1-1 0,0 1 0,1-1 0,0 1 0,0 0 0,0 0 0,1 1 0,0 0 0,1-1 0,0 2 1,9-10-1,-12 14 60,0 0 1,0 1-1,0 0 1,0-1 0,1 1-1,-1 0 1,0 1 0,0-1-1,1 0 1,-1 1 0,0 0-1,1 0 1,-1 0-1,0 0 1,1 0 0,-1 1-1,0-1 1,0 1 0,1 0-1,-1 0 1,0 0 0,0 1-1,0-1 1,0 1 0,0 0-1,0-1 1,-1 1-1,1 1 1,-1-1 0,4 3-1,108 143-985,-88-117-2683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17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387 0 6913,'0'0'5242,"-37"9"-4596,-112 33-284,144-41-349,0 1 0,1-1 1,-1 1-1,1 0 0,-1 1 0,1-1 1,0 1-1,0 0 0,0 0 0,1 0 1,-1 0-1,1 1 0,-1 0 0,1-1 1,-5 9-1,7-8-4,-1 1 0,0 0 1,1 1-1,0-1 0,0 0 0,0 0 0,1 0 1,0 1-1,0 5 0,0-3 0,0-5-8,1-1-1,-1 1 0,0-1 1,1 1-1,-1 0 0,1-1 1,0 1-1,0-1 1,0 0-1,0 1 0,0-1 1,1 0-1,-1 0 1,1 1-1,-1-1 0,1 0 1,0-1-1,0 1 0,-1 0 1,1 0-1,1-1 1,-1 1-1,0-1 0,0 0 1,1 0-1,-1 0 0,0 0 1,1 0-1,-1 0 1,1 0-1,4 0 0,10 1-22,-1 0-1,1 0 1,0-2 0,17-1-1,-6 0-120,43-9-597,-59 7 671,-1 1 0,0 0 0,0 1 0,1 0 0,-1 1 0,1 0 0,11 2 0,-20-1 74,-1 0 0,1 0 0,-1 0 1,0 0-1,1 1 0,-1-1 0,0 1 0,0 0 0,0-1 0,0 1 0,-1 0 0,1 0 0,0 0 0,-1 0 0,1 1 0,-1-1 1,0 0-1,0 1 0,0-1 0,0 1 0,1 2 0,13 64 356,-12-50-214,8 71 324,-4 0-1,-5 115 0,-2-192-389,-1 0 0,0 0-1,-1 0 1,0-1 0,-1 1 0,-1-1-1,0 0 1,-1 0 0,0 0 0,0 0-1,-2-1 1,-9 15 0,10-18-18,-1-1 1,0 0 0,0 0 0,0 0-1,-1-1 1,0 0 0,0-1-1,0 1 1,-1-2 0,0 1 0,0-1-1,0-1 1,0 1 0,-1-1-1,0-1 1,-14 2 0,2-1 28,1-1 1,-1-1-1,0-1 0,-32-5 1,45 4-98,0-1 1,1 0-1,-1 0 0,0-1 1,1 0-1,-1 0 1,1-1-1,0 0 0,0-1 1,0 0-1,1 0 0,0-1 1,-9-8-1,4 0-519,1-1-1,1-1 1,0 0 0,-12-28-1,3 2-3425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37.6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117 0 4305,'-3'2'9293,"-5"12"-8988,-31 154 538,20-98-445,3 0 0,3 1 0,-5 112 0,18-182-398,0-1 0,1 1 0,-1-1 0,0 0 0,0 1 0,1-1 0,-1 0 0,0 1 0,1-1 0,-1 0 0,0 1 0,1-1 1,-1 0-1,0 0 0,1 1 0,-1-1 0,1 0 0,-1 0 0,1 0 0,-1 1 0,0-1 0,1 0 0,-1 0 0,1 0 0,-1 0 0,1 0 0,-1 0 0,1 0 0,-1 0 0,1 0 0,-1 0 0,0-1 0,1 1 0,-1 0 0,1 0 0,-1 0 0,1 0 0,-1-1 0,0 1 0,1 0 0,-1 0 0,1-1 0,-1 1 0,0 0 0,1-1 0,-1 1 0,0 0 0,0-1 0,1 1 0,-1-1 0,5-5-25,0 1-1,-1-1 0,0-1 1,0 1-1,-1 0 0,0-1 1,0 0-1,0 1 0,-1-1 1,0 0-1,0-1 0,-1 1 1,0 0-1,0-8 0,2 0-98,7-68-1762,-8 3-3624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38.3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124 164 4937,'0'0'7966,"-20"1"-7425,-62 1-295,62 1-62,19 2-54,11 3 209,9-3-173,0-1 0,0-1 1,1 0-1,-1-2 0,0 0 0,38-4 0,-1 2-51,85-3-13,0-6-1,156-32 1,271-98 33,-594 150 18,-40 19 1,49-20-637,0-1 1,0 0 0,-1-2-1,0 0 1,-30 5 0,28-10-5182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38.7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1 4329,'0'0'9531,"-4"7"-8969,-3 11-445,1-1 1,1 1-1,0 0 1,1 0-1,1 1 1,-1 23-1,2 124 349,3-93-359,-1-56-76,1 0 0,0 0 0,1 0 1,1-1-1,0 1 0,8 21 0,-11-37-31,0 0-1,0 1 0,1-1 0,-1 0 0,1 0 0,-1 1 0,0-1 0,1 0 0,0 0 1,-1 0-1,1 0 0,0 0 0,0 1 0,0-1 0,-1-1 0,1 1 0,0 0 0,0 0 1,0 0-1,0 0 0,3 0 0,-4-1-12,1 0 0,0-1 1,0 1-1,0-1 0,-1 0 0,1 1 0,0-1 1,-1 1-1,1-1 0,0 0 0,-1 0 0,1 1 1,-1-1-1,1 0 0,-1 0 0,1 0 0,-1 1 1,0-1-1,1 0 0,-1 0 0,0-2 0,12-59-2674,-10 11-4143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39.3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35 4633,'0'0'6975,"-7"-7"-6608,-21-18-226,28 25-129,0 0-1,-1-1 1,1 1-1,0 0 1,0 0 0,-1-1-1,1 1 1,0 0-1,-1 0 1,1 0 0,0 0-1,-1-1 1,1 1 0,0 0-1,-1 0 1,1 0-1,0 0 1,-1 0 0,1 0-1,-1 0 1,1 0-1,0 0 1,-1 0 0,1 0-1,0 0 1,-1 1 0,1-1-1,0 0 1,-1 0-1,1 0 1,0 0 0,-1 0-1,1 1 1,0-1-1,-1 0 1,1 0 0,0 1-1,0-1 1,-1 0 0,1 0-1,0 1 1,0-1-1,0 0 1,-1 1 0,1-1-1,0 0 1,0 1-1,0-1 1,0 0 0,0 1-1,0 0 1,-5 18 249,4-17-182,-21 139 854,7 1 0,2 147 0,13-288-932,0 0-1,0 0 0,0 0 0,0 0 0,0 0 0,1 0 1,-1 0-1,0 0 0,0 0 0,1 0 0,-1 0 0,1 0 1,-1 0-1,1 0 0,-1 0 0,1 0 0,0 0 0,0-1 0,-1 1 1,1 0-1,0 0 0,0-1 0,0 1 0,-1-1 0,1 1 1,0 0-1,0-1 0,0 0 0,0 1 0,0-1 0,0 0 1,0 1-1,0-1 0,0 0 0,0 0 0,0 0 0,0 0 1,1 0-1,-1 0 0,0 0 0,1-1 0,2 1-59,-1-1-1,0 1 1,0-1-1,1 0 1,-1 0-1,0 0 1,0-1-1,0 1 1,0-1-1,0 1 1,0-1-1,2-3 1,12-16-1961,-5-1-2339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39.7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1 177 6273,'0'0'6822,"2"0"-6688,17-3 36,0 1-1,34 0 0,24-1 134,67-16-77,152 1-1,-4 24-168,56 0-34,-324-7-20,0 0 0,45-10 0,-61 9-3,-1 1 0,0-2 1,0 1-1,0-1 1,0 0-1,0 0 0,0-1 1,-1 0-1,0 0 0,1-1 1,-2 1-1,10-10 0,-14 13-12,-1 0 0,1 0-1,-1 0 1,1 0-1,-1 0 1,1 0-1,-1 0 1,0 0-1,0 0 1,1 0-1,-1 0 1,0 0-1,0 0 1,0 0 0,0 0-1,0 0 1,0 0-1,0 0 1,-1 0-1,1 0 1,0 0-1,0 0 1,-1 0-1,1 0 1,-1 0 0,1 0-1,-1 0 1,1 1-1,-1-1 1,0 0-1,1 0 1,-1 0-1,0 1 1,0-1-1,1 0 1,-1 1-1,0-1 1,0 1 0,0-1-1,-1 0 1,-39-19-1933,39 19 1680,-49-18-5374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40.5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123 69 4105,'0'0'7123,"-7"-12"-5952,-21-37-288,21 41-58,4 11-600,2 14-299,1-15 162,-16 266 1055,1 5-345,16-224-705,1-25-14,-2 0-1,-3 35 1,-23-74 134,23 12-205,2 3-7,0 0 0,0-1 0,-1 0 0,2 1-1,-1-1 1,0 1 0,0-1 0,0 0 0,0 0-1,0 0 1,0 0 0,1 1 0,-1-1 0,0 0 0,1 0-1,-1 0 1,1 0 0,-2-2 0,3 2-6,-1 0 0,0 0 0,0 0 0,1 0 0,-1 0 0,1 0 1,-1 0-1,1 1 0,-1-1 0,1 0 0,-1 0 0,1 1 0,0-1 0,-1 0 0,1 1 0,0-1 0,0 0 0,-1 1 1,1-1-1,0 1 0,0-1 0,1 0 0,28-13-147,-21 10 128,34-17 29,2 2 1,0 2-1,1 2 1,1 2 0,0 2-1,1 2 1,0 2-1,0 3 1,66 1 0,136-3-5,-193 2-261,0-2 1,76-20-1,-124 24 158,0-1 0,0 0 1,0-1-1,17-9 0,-25 13 94,0-1 1,1 0-1,-1 0 1,0 1-1,1-1 0,-1 0 1,0 0-1,0 0 0,0 0 1,0 0-1,0 0 1,0-1-1,0 1 0,-1 0 1,1 0-1,0-1 0,0 1 1,-1-1-1,1 1 1,-1 0-1,0-1 0,1 1 1,-1-1-1,0 1 0,0-1 1,0 1-1,0-1 1,0 1-1,0-1 0,0 1 1,0-1-1,-1 1 1,1-1-1,-1 1 0,1 0 1,-1-1-1,1 1 0,-1 0 1,0-1-1,-1-1 1,-28-21-172,6 8-157,-33-46-3908,35 31-2305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40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0 6377,'0'0'6905,"-6"16"-6393,-20 70 82,3 0 0,4 2 0,4 0 0,-5 139 0,20-226-595,-1-1 0,1 1 0,0 0 0,0-1 1,0 1-1,0-1 0,0 1 0,0-1 1,0 1-1,0 0 0,0-1 0,0 1 0,1-1 1,-1 1-1,0-1 0,0 1 0,0-1 0,1 1 1,-1-1-1,0 1 0,1-1 0,-1 1 1,0-1-1,1 0 0,-1 1 0,1-1 0,-1 1 1,0-1-1,1 0 0,-1 1 0,1-1 0,-1 0 1,1 0-1,-1 1 0,1-1 0,0 0 1,-1 0-1,1 0 0,-1 0 0,1 0 0,-1 0 1,1 0-1,-1 0 0,1 0 0,0 0 0,-1 0 1,1 0-1,-1 0 0,1 0 0,-1 0 1,1-1-1,-1 1 0,1 0 0,-1 0 0,1-1 1,-1 1-1,1-1 0,31-21-295,-26 17-44,0-2-1,0 1 1,-1-1 0,9-13-1,16-38-4113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42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1497 3263 4425,'4'0'10454,"-7"0"-10374,0-1 0,1 1 1,-1-1-1,1 0 0,0 0 0,-1 0 0,1 0 0,0-1 1,-1 1-1,1-1 0,0 1 0,0-1 0,-2-2 0,-32-33 13,14 13 15,-25-18 144,-202-190 625,183 163-811,-94-125-1,-7-59 11,-179-365-1,259 449-75,-105-293-1,170 393-6,2 0 0,4 0 0,2-2 0,4 0 0,3 0 0,2-1 0,9-114 0,-1 168 1,0 0-1,2 1 1,0-1 0,1 1 0,0 0-1,2 0 1,0 1 0,13-20 0,5-3 6,58-66 0,-65 85 0,0 0 1,2 1 0,27-20 0,-39 32-5,-1 1-1,1 1 1,0 0 0,0 0 0,1 1 0,0 0 0,-1 1 0,1 0-1,0 0 1,1 1 0,17-2 0,-27 4 117,-33 0-14,30 0-141,0 0 0,0 1 1,0-1-1,0 1 0,-1-1 0,1 1 0,0-1 0,0 1 0,0 0 1,0 0-1,0 0 0,0 0 0,1 1 0,-1-1 0,0 0 0,0 1 1,1-1-1,-1 1 0,1 0 0,0-1 0,-3 4 0,-18 45-2147,14-28 287,-6 8-3653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43.1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 0 7610,'0'0'6726,"-12"4"-6594,-1 1-151,11-5 31,0 0 0,0 1 0,0-1 0,0 1 0,0 0 0,0-1 0,0 1 0,1 0 0,-1 0 0,0 0 0,1 1 0,-4 1 0,8-1 14,-1-1 0,0 1 0,0-1 0,1 1 0,-1-1 0,1 0 0,0 0 0,-1 0 0,1-1 0,0 1 0,-1 0 0,1-1 0,0 0 0,4 0 0,301 77 390,-138-32-344,-168-44-70,1 0-1,0-1 1,-1 1-1,1 0 0,-1 0 1,1 0-1,-1 1 1,1-1-1,-1 0 0,3 4 1,-4-4 1,0 0 0,-1 0 0,1 0 0,-1 0-1,1 0 1,-1 0 0,0 0 0,1 0 0,-1 0 0,0 0 0,0 0 0,0 1 0,0-1 0,0 0 0,0 0 0,0 0 0,0 0 0,0 0 0,-1 1 0,1-1 0,0 0 0,-1 0 0,1 0 0,-1 0 0,1 0 0,-1 0-1,1 0 1,-1 0 0,-1 1 0,-13 18 19,-1-1 0,0 0-1,-2-2 1,-22 19 0,-5 5 24,-6 8 210,3 2 0,-50 65 0,97-114-255,-1-1 0,1 1 0,0-1 0,0 1 0,0 0-1,0-1 1,0 1 0,0 0 0,0 0 0,0-1 0,1 1 0,-1 0 0,1 0 0,0 0-1,-1 0 1,1 0 0,0 0 0,0 0 0,0 0 0,0 0 0,0 0 0,1 2-1,0-3-11,0 0-1,0 0 0,1 0 0,-1 0 0,0 0 0,0 0 0,0 0 1,1 0-1,-1-1 0,1 1 0,-1 0 0,0-1 0,1 0 0,-1 1 1,1-1-1,-1 0 0,1 1 0,-1-1 0,1 0 0,-1 0 0,3-1 1,6 1-347,-1-1 1,0 0 0,1-1 0,-1 0 0,0 0 0,0-1-1,17-8 1,20-21-4853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44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0 4969,'0'0'8429,"-6"20"-8123,-3 20-81,1 0 1,3 1-1,1 0 0,2 0 0,4 50 0,7-18 0,4 0 0,3 0 0,2-2 0,46 109-1,-63-176-216,21 44 34,-21-46-42,0-1 0,-1 1 0,1-1 0,0 1 0,0-1 0,0 1-1,0-1 1,1 0 0,-1 1 0,0-1 0,0 0 0,1 0 0,-1 0 0,1 0 0,-1 0 0,1 0 0,-1 0 0,1-1 0,0 1 0,-1-1 0,1 1 0,0-1 0,-1 1 0,4-1-1,4-9 17,8-26 87,19-57 0,7-17-209,-32 87 48,-5 7 0,1 0 1,1 1-1,0 0 0,16-20 1,-21 30 46,1 0 0,0 1 1,0-1-1,0 1 1,0 0-1,1 0 0,-1 1 1,1-1-1,0 1 1,-1 0-1,1 0 1,0 0-1,0 1 0,0 0 1,0 0-1,1 0 1,-1 1-1,8 0 0,-6 0 7,1 1-1,-1 0 0,1 1 1,-1 0-1,1 0 1,-1 0-1,0 1 0,0 0 1,0 1-1,-1-1 0,1 1 1,-1 1-1,0-1 0,0 1 1,0 0-1,0 0 1,-1 1-1,0 0 0,0 0 1,-1 0-1,0 0 0,4 8 1,-4-8 10,-1 0 0,0 0 1,-1 1-1,1-1 1,-1 1-1,0-1 1,-1 1-1,0 0 0,0-1 1,0 1-1,-1 0 1,0 0-1,0 0 0,-1-1 1,0 1-1,0 0 1,0-1-1,-1 1 1,0 0-1,0-1 0,-1 0 1,0 0-1,0 1 1,0-2-1,-7 9 0,-4 1 63,-1 0 1,0-1-1,-1-1 0,0-1 0,-1 0 0,-1-1 0,0 0 0,-21 7 0,2-2 40,0-1 1,-1-2-1,-49 10 0,77-21-93,-1 0-1,1 0 0,-1-1 1,1 0-1,-14-2 0,21-1-90,9-9-195,13-15-988,1 1 1,1 0-1,28-24 0,24-17-6723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45.6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14 124 4849,'0'0'6968,"-1"0"-6948,1-1-1,0 1 1,0-1-1,-1 1 1,1-1-1,-1 1 1,1-1 0,0 1-1,-1-1 1,1 1-1,-1-1 1,1 1-1,-1 0 1,1-1-1,-1 1 1,1 0-1,-1 0 1,0-1-1,1 1 1,-1 0 0,1 0-1,-2-1 1,1 6 73,1-1 1,0 0 0,0 0 0,0 0 0,1 0 0,-1 0-1,1 1 1,0-1 0,0 0 0,0 0 0,3 5 0,-3-6-25,3 11 154,41 116 816,-40-118-1010,1-1-1,0 1 0,1-1 1,0 0-1,1 0 0,0-1 1,1 0-1,12 11 0,-18-18-27,0 0 0,0-1-1,1 1 1,-1-1 0,1 0-1,0 0 1,0 0 0,0-1-1,0 1 1,0-1 0,0 0-1,0 0 1,0 0 0,0-1-1,1 1 1,-1-1 0,0 0 0,0-1-1,1 1 1,-1 0 0,0-1-1,0 0 1,0 0 0,0-1-1,4-1 1,-2 0 0,0 0 1,0-1-1,-1 1 1,0-1-1,0-1 0,0 1 1,0-1-1,0 0 1,-1 0-1,0 0 0,0 0 1,-1-1-1,1 0 0,4-12 1,2-10-83,-1-2 1,-2 1-1,5-42 1,-5 32-377,11-42 0,7-3-25,-17 114 882,-6-15-272,0 0-1,1 0 1,0-1-1,1 1 1,1-1-1,0 1 1,1-2-1,15 27 1,-17-34-140,1 0 0,0 0 0,0 0 0,0 0 0,0-1 0,1 0 0,0 0-1,0-1 1,0 1 0,0-1 0,1-1 0,0 1 0,0-1 0,0 0 0,0-1 0,0 0 0,1 0 0,-1 0 0,10 0 0,34 0-1524,-5-2-2133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46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 8 6609,'0'0'6802,"-10"-2"-6406,7 1-362,2 0-19,-1 0 1,0 1-1,0-1 0,1 1 0,-1-1 0,0 1 0,0 0 1,0 0-1,0 0 0,1-1 0,-1 2 0,0-1 0,0 0 1,0 0-1,0 1 0,1-1 0,-1 1 0,0-1 0,0 1 1,1 0-1,-1 0 0,0 0 0,1 0 0,-1 0 0,1 0 1,-1 0-1,1 0 0,0 0 0,-1 1 0,1-1 0,0 1 1,0-1-1,0 1 0,0-1 0,0 1 0,0 0 0,1-1 1,-1 1-1,1 0 0,-1 2 0,-6 18 6,1 1-1,0 0 1,2 0-1,1 0 1,1 1-1,1-1 1,1 1-1,1-1 1,6 31-1,-6-49-19,1 0 1,0 0-1,0 0 0,0-1 0,1 1 0,0 0 0,-1-1 0,2 0 0,-1 0 0,0 0 0,1 0 0,0 0 0,0-1 0,0 1 0,0-1 0,1 0 0,-1 0 0,1-1 0,0 0 0,0 1 0,9 2 0,-8-4-20,-1 1 0,1-1 0,0 0 0,-1 0 0,1-1 0,0 1 1,0-1-1,0-1 0,-1 1 0,1-1 0,0 0 0,0 0 0,-1 0 0,1-1 0,-1 0 0,1 0 0,-1-1 0,0 0 0,10-6 0,-1-4-195,-1-2 0,0 1 0,-1-2 0,-1 0 0,0 0 0,-1-1-1,-1 0 1,0 0 0,-1-1 0,-1-1 0,-1 1 0,-1-1 0,3-19-1,-4 36 452,3 10-138,12 18-70,-11-15 43,2 1-145,0 0 1,1 0 0,1-1-1,0-1 1,1 0 0,0-1-1,0 0 1,1-1 0,0 0-1,0-1 1,1-1 0,-1-1 0,20 6-1,14 0-4304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47.2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0 6169,'0'0'8154,"-15"199"-7306,15-88-248,4 9-224,21 0-208,13-9-71,4-17-97,4-18 0,0-22-193,3-32-967,-14-13-1120,-11-9-3321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47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5153,'0'0'9578,"4"225"-9146,10-121-248,7 13-80,-4-7-40,4-9-16,-3-12-40,3-23-8,-21-9-384,0-22-1328,-3-20-4465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47.6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0 373 9562,'0'0'3265,"179"-104"-2345,-84 57-560,17-4-184,50-18-112,-22 15-64,-31 7-1832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48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88 5225,'0'0'6233,"-7"13"-6123,3-5-96,1-2-6,-1 1 1,1-1 0,0 0 0,1 1-1,-1-1 1,1 1 0,1 0 0,-1 0 0,1 0-1,0 0 1,1 0 0,0 0 0,0 0-1,1 8 1,3-3 1,0 0-1,0 0 1,1-1-1,1 1 1,0-1-1,0 0 1,1-1-1,13 16 1,-16-21-10,1 0 1,-1 0 0,1-1 0,0 1-1,1-1 1,-1 0 0,1 0 0,0-1-1,0 1 1,0-1 0,0-1-1,0 1 1,1-1 0,-1 0 0,1-1-1,-1 1 1,11 0 0,-15-2 1,1-1 0,-1 1 0,1 0 0,-1-1 0,1 0 0,-1 1 0,1-1 0,-1 0 0,1 0 0,-1 0 0,0-1 0,0 1 0,0 0 0,0-1 0,0 0 0,0 1 0,0-1 0,0 0 0,1-2 0,1-2 16,0 0 0,0 0 0,-1 0 0,0 0 0,0-1 1,4-12-1,-2-3 92,-1 1 1,0-1 0,0-34-1,-3 41 50,-1 1 0,0-1-1,-1 1 1,-5-27 0,4 36-79,0 1 0,0-1 0,0 0-1,0 0 1,-1 1 0,0 0 0,0-1 0,0 1 0,0 0 0,-1 1 0,0-1 0,1 0 0,-1 1-1,-1 0 1,1 0 0,-7-4 0,-35-12 515,43 18-728,1 1 1,-1-1-1,1 0 1,-1 1-1,1 0 1,-1 0-1,1-1 1,-1 1-1,1 1 1,-1-1-1,1 0 1,-1 1 0,1-1-1,-1 1 1,1 0-1,-1 0 1,-3 2-1,-5 8-4210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48.4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98 9442,'0'0'4034,"10"29"-3450,6 20-415,49 130 300,-63-175-443,16 31 12,-18-35-35,1 1 1,-1-1-1,0 1 0,1-1 1,-1 1-1,1-1 0,-1 1 1,1-1-1,-1 0 0,1 1 1,-1-1-1,1 1 0,-1-1 1,1 0-1,-1 0 0,1 1 1,0-1-1,-1 0 0,1 0 1,-1 0-1,1 0 0,0 1 1,-1-1-1,1 0 0,0 0 1,-1 0-1,1 0 0,-1-1 1,1 1-1,0 0 0,-1 0 1,1 0-1,-1 0 0,1-1 1,0 1-1,-1 0 0,1 0 1,-1-1-1,1 1 0,-1-1 1,1 1-1,-1 0 0,1-1 1,-1 1-1,1-1 0,-1 1 1,0-1-1,1 1 0,-1-1 1,0 0-1,0 1 0,1-1 1,-1 0-1,31-52 40,3-6-29,1 2 1,3 2 0,64-71-1,-101 125-13,35-30 1,-35 30-3,-1 0 1,1 0-1,-1 1 0,1-1 1,0 1-1,-1-1 0,1 1 1,0-1-1,0 1 0,-1-1 0,1 1 1,0 0-1,0-1 0,0 1 1,0 0-1,0 0 0,-1-1 0,1 1 1,0 0-1,0 0 0,0 0 1,0 0-1,0 0 0,0 0 0,-1 1 1,1-1-1,0 0 0,0 0 1,0 1-1,0-1 0,0 0 0,-1 1 1,1-1-1,0 1 0,0-1 1,-1 1-1,1-1 0,0 1 0,-1-1 1,1 1-1,-1 0 0,1-1 1,-1 1-1,1 0 0,-1 0 0,1-1 1,-1 1-1,1 0 0,-1 0 1,0 1-1,8 33 249,3 43-1,-8-42-155,3 0 0,11 43 0,2-26-375,41 84 0,-21-69-1593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50.1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394 46 3961,'0'0'6652,"-36"0"-5196,18-2-1193,0 0 0,0-1-1,1-1 1,-23-8 0,-46-8 203,79 19-451,-1 0 1,1 0 0,-1 1-1,1 0 1,0 1-1,-1 0 1,1 0-1,0 0 1,-10 4-1,12-3-11,1 1-1,-1-1 0,1 1 1,0 0-1,0 0 1,0 0-1,0 1 0,1-1 1,-1 1-1,1 0 1,0 0-1,0 0 0,1 1 1,-1-1-1,1 1 0,0-1 1,0 1-1,0 0 1,0 0-1,1 0 0,-1 7 1,-2 12-285,1 0 0,1 0 0,2 29 1,0-40-113,0 46-3056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50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 7 5865,'0'0'5012,"-16"35"-4669,-47 113-1,60-141-318,0 1 0,1-1 0,0 1 0,0-1-1,1 1 1,0 0 0,0-1 0,1 1 0,0 0-1,0 0 1,1 0 0,0-1 0,0 1 0,1 0-1,0-1 1,3 8 0,-2-9-14,0-1 1,0 0-1,1 1 0,0-1 0,0-1 1,0 1-1,0-1 0,1 1 1,0-1-1,0-1 0,0 1 0,0-1 1,0 0-1,1 0 0,11 4 1,-8-3-10,0-2 0,1 1 0,-1-1 0,1 0 0,0-1 1,0 0-1,0-1 0,-1 0 0,1-1 0,0 1 0,0-2 1,-1 0-1,1 0 0,-1 0 0,1-1 0,-1-1 0,0 0 1,0 0-1,0 0 0,-1-1 0,10-7 0,-12 6-1,-1 1 1,1-1-1,-1 0 0,0 0 0,0 0 0,-1-1 1,0 0-1,0 0 0,-1 0 0,0 0 0,0-1 0,0 1 1,-1-1-1,0 1 0,-1-1 0,0 0 0,0 0 0,0 0 1,-1 0-1,0 0 0,-1 0 0,0 0 0,0 1 0,-1-1 1,1 0-1,-2 1 0,1-1 0,-1 1 0,0-1 1,-1 1-1,0 0 0,0 1 0,0-1 0,-1 1 0,0 0 1,0 0-1,-8-7 0,-3 1 70,1 2 0,-2 0 0,1 0 0,-1 2 0,0 0 0,-1 1 0,0 0 0,0 2 0,-1 0 0,1 1 0,-1 1 0,0 1 0,-31 0 0,27 7-195,19 2-1065,16 2-1889,15-2-5615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51.3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0 191 8106,'0'0'4335,"8"7"-4248,-1 1-19,0 0 0,0 0 0,-1 0 1,0 0-1,0 1 0,-1 0 0,-1 0 0,1 1 0,-1-1 0,4 18 1,17 86 849,-25-113-919,0 1 0,0-1-1,0 0 1,0 1 0,0-1-1,0 1 1,0-1 0,0 0-1,0 1 1,0-1-1,0 1 1,0-1 0,0 0-1,0 1 1,0-1 0,1 1-1,-1-1 1,0 0 0,0 1-1,1-1 1,-1 0 0,0 1-1,0-1 1,1 0 0,-1 1-1,0-1 1,1 0-1,-1 0 1,0 0 0,1 1-1,-1-1 1,0 0 0,1 0-1,-1 0 1,1 0 0,-1 0-1,0 1 1,1-1 0,-1 0-1,1 0 1,-1 0 0,0 0-1,1 0 1,-1 0 0,1 0-1,-1-1 1,1 1-1,-1 0 1,0 0 0,1 0-1,-1 0 1,0 0 0,1-1-1,-1 1 1,1 0 0,-1 0-1,0-1 1,0 1 0,1 0-1,-1 0 1,0-1 0,1 1-1,-1-1 1,19-23-159,30-81-19,26-50-602,-61 130 623,1 0 0,1 1 0,34-38-1,-49 61 165,-1 0 0,1 0-1,0 0 1,-1 1-1,1-1 1,0 0 0,0 1-1,0-1 1,-1 1 0,1-1-1,0 1 1,0-1-1,0 1 1,0 0 0,0-1-1,0 1 1,0 0-1,1-1 1,8 12 220,-2 37 314,-6-24-348,3 6-80,2-1 1,0 0 0,17 39 0,-20-58-220,1 0-1,0-1 0,1 1 1,0-1-1,1 0 1,-1-1-1,2 0 1,-1 0-1,1 0 0,0-1 1,1 0-1,15 9 1,13 0-3238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51.5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0 344,'0'0'12499,"14"205"-11699,-7-119-224,-4-1-264,11-6-160,-3-10-56,6-12-88,4-19-8,-6-19-416,-1-16-1088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51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0 174 9346,'0'0'5241,"186"-63"-4913,-98 34-224,3 4-48,15 0-56,-25 9-392,-25 0-2080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52.3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8194,'0'0'5954,"0"32"-5319,0 218 113,0-244-734,-1 46 153,2-1-1,2 1 0,2-1 1,17 71-1,-16-99-163,-4-11 12,1-1 1,0 0 0,1 0 0,7 15-1,-10-25-15,-1 1-1,1-1 0,0 1 0,0-1 0,0 1 0,0-1 0,0 0 0,0 0 0,0 0 0,0 1 0,1-1 1,-1 0-1,0-1 0,1 1 0,-1 0 0,1 0 0,-1 0 0,1-1 0,-1 1 0,1-1 0,0 1 0,-1-1 1,1 0-1,-1 0 0,1 1 0,0-1 0,-1 0 0,1 0 0,0-1 0,-1 1 0,1 0 0,0-1 0,-1 1 1,1-1-1,-1 1 0,3-2 0,0 0-9,0-1 0,0 1 0,-1-1 0,1 0 0,-1 0 0,0 0 0,0-1 0,0 1 0,0-1 1,0 0-1,2-4 0,25-53-158,-18 35 24,-5 12 52,10-20-307,-1-1 0,21-69 1,-38 111 408,0 1 0,0 0 0,1 0 0,0 0 0,0 0 0,1 0 0,0 0 0,0 0 0,1 0 0,0 0 0,1-1 0,-1 1 0,1-1 0,1 0 0,6 12 0,-4-9-7,1 0-1,0 0 0,0-1 1,1 1-1,0-2 0,0 1 1,1-1-1,0 0 0,21 12 1,-24-16 0,0-1 0,0 0-1,1 0 1,-1-1 0,1 0 0,0 0 0,0 0 0,0-1 0,0 0-1,0 0 1,0-1 0,0 0 0,0 0 0,0-1 0,0 1 0,-1-2-1,1 1 1,11-4 0,-10 1-1,-1 0 0,0 0 0,0 0 1,0-1-1,-1 0 0,0 0 0,1-1 0,-2 0 0,1 0 0,-1 0 0,0 0 0,0-1 1,-1 0-1,0 0 0,5-11 0,-3 4-19,-1 0 1,0-1 0,-1 1-1,-1-1 1,0 0-1,-1 0 1,0 0-1,-1 0 1,-1 0-1,-1 0 1,-3-23-1,3 35 15,1 0-1,-1 0 0,-1 0 0,1 0 0,0 1 0,-1-1 0,0 0 0,1 1 1,-1-1-1,0 1 0,0-1 0,0 1 0,-1 0 0,1 0 0,-1 0 0,1 0 0,-1 0 1,1 1-1,-1-1 0,0 1 0,0 0 0,0 0 0,0 0 0,0 0 0,-6-1 0,5 1 38,0 1-1,0-1 1,0 1-1,0 0 0,0 0 1,0 0-1,0 1 0,-1-1 1,1 1-1,0 0 0,0 0 1,1 0-1,-1 1 0,0 0 1,0-1-1,1 1 1,-1 0-1,1 1 0,-6 4 1,3-1-2,2 1 0,-1-1 0,1 1 0,0 0 1,0 1-1,0-1 0,1 0 0,1 1 0,-1 0 1,1 0-1,0 0 0,1 0 0,0 0 0,0 14 1,1-15-3,0 1 0,0-1 0,1 0 1,-1 0-1,2 0 0,-1 0 0,1 0 1,0 0-1,1 0 0,-1-1 0,1 1 0,1-1 1,-1 0-1,1 1 0,0-2 0,1 1 1,5 6-1,0-4-10,1 0 0,0-1 0,1 0 1,0-1-1,0 0 0,0-1 0,1 0 0,0-1 1,0 0-1,0-1 0,0 0 0,15 0 0,-1-1-109,0-1-1,0-1 0,-1-2 0,1 0 0,26-7 0,-31 4-659,1-2-1,41-17 1,24-20-5816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52.9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1 180 8106,'0'0'3911,"8"29"-3205,-1-1-567,-1-4-57,0 0 0,2-1 0,0 0-1,2-1 1,1 0 0,13 22 0,-5-13 55,0-1 0,2-1 0,2-1 0,0-1 1,38 33-1,-60-59-127,-1 0 0,1-1 0,-1 1 0,1 0 0,-1-1 0,1 1 0,0-1 0,-1 1 0,1-1 0,0 1 0,-1-1 0,1 0 0,0 1 0,0-1 0,-1 0 0,1 0 0,0 1 0,0-1 0,-1 0 0,1 0 0,0 0 0,0 0 0,0 0 0,-1 0 0,1 0 0,0 0 0,0 0 0,0 0 0,-1-1 0,1 1 0,0 0 0,0 0 0,-1-1 0,1 1 0,0-1 0,-1 1 0,1 0 0,0-1 0,-1 1 0,1-1 0,0 0 0,-1 1 0,1-1 0,-1 1 0,1-1 0,-1 0 0,0 1 0,1-1 0,-1 0 0,0 0 0,1 1 0,-1-1 0,0 0 0,0 0 0,0 0 0,0 1 0,1-1 0,-1-1 0,3-59 302,-4 49-325,1-258-724,0 268 729,0 1 1,0-1-1,0 0 0,0 1 1,0-1-1,0 1 1,0-1-1,1 1 1,-1-1-1,1 1 0,-1-1 1,1 1-1,-1-1 1,2-1-1,-1 3 5,-1 0 1,0-1-1,1 1 1,-1 0-1,1 0 0,-1 0 1,1 0-1,-1 0 0,0 0 1,1 0-1,-1 0 1,1 0-1,-1 1 0,0-1 1,1 0-1,-1 0 0,1 0 1,-1 0-1,0 0 0,1 1 1,-1-1-1,0 0 1,1 0-1,-1 1 0,0-1 1,1 0-1,-1 1 0,0-1 1,0 0-1,1 1 0,-1-1 1,0 1-1,26 44-35,-16-23 44,0 1 0,1-2 0,2 0 1,0 0-1,1-1 0,1-1 0,1 0 0,1-1 0,20 17 0,-34-32-2,-1-1-1,0-1 1,1 1-1,0 0 1,-1-1-1,1 1 0,0-1 1,0 0-1,0 0 1,0 0-1,0 0 1,0 0-1,0-1 0,0 1 1,0-1-1,0 0 1,0 0-1,4-1 1,-5 1 18,1-1 0,-1 0 0,0 0 0,0-1 1,1 1-1,-1 0 0,0-1 0,0 1 1,-1-1-1,1 0 0,0 0 0,0 0 0,-1 0 1,1 0-1,-1 0 0,0 0 0,2-4 0,3-8 94,-1 0-1,-1 0 0,-1-1 0,1 1 0,1-31 1,-1-2 118,-2-1 0,-4-49 0,0 78-159,0 0-1,-1-1 1,-1 1-1,-1 1 1,-1-1 0,-1 1-1,-15-31 1,20 45-157,2 4 37,0-1 0,0 1 0,-1-1 0,1 1 0,0-1 0,0 1 0,-1-1 0,1 1 0,0 0 0,-1-1 0,1 1 0,0-1 0,-1 1 1,1 0-1,0-1 0,-1 1 0,1 0 0,-1-1 0,1 1 0,-1 0 0,1 0 0,-1 0 0,1-1 0,-2 1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53.3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1 8330,'0'0'6172,"-16"11"-6068,5-3-86,5-5-11,1 1-1,-1 0 1,1 0-1,-1 0 1,1 1-1,0-1 1,1 1-1,-1 1 0,1-1 1,0 1-1,1-1 1,-1 1-1,1 0 1,0 0-1,0 1 1,1-1-1,-3 13 0,-1 24 122,2 0-1,3 73 0,1-114-127,0 1 0,0-1 0,0 0 0,1 0 1,-1 0-1,0 0 0,1 0 0,0 0 0,-1 1 0,1-1 0,0 0 1,0-1-1,0 1 0,0 0 0,0 0 0,1 0 0,-1-1 0,0 1 0,4 2 1,-4-3-1,1 0 0,0-1 0,-1 1 0,1 0 0,0-1 0,-1 0 0,1 1 0,0-1 0,0 0 0,0 0 0,-1 0 0,1 0 0,0 0 0,0-1 0,-1 1 0,1-1 0,0 1 0,2-2 0,3-1-2,0 0 0,0-1 0,-1 0 0,1 0-1,-1 0 1,0-1 0,0 0 0,-1 0-1,8-9 1,109-163-931,-121 176 930,-1 0 0,1 0 0,0 0 0,0 0 0,0 0-1,0 0 1,0 0 0,0 0 0,0 0 0,0 1 0,0-1 0,0 0 0,0 1 0,1-1 0,-1 1 0,0-1 0,0 1 0,1 0 0,-1-1 0,0 1 0,0 0 0,1 0 0,-1 0 0,0 0 0,1 0 0,-1 0 0,0 0 0,0 1 0,1-1 0,1 1 0,2 1 5,-1 1-1,1 0 1,0 0 0,-1 0 0,0 1 0,5 4 0,20 14 7,-5-16-393,-5-5-1543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53.6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9002,'0'0'6033,"81"193"-5377,-42-101-96,10 9-183,-10 0-233,-1-9-64,-10-14-32,-7-14-48,-10-20-312,-11-22-969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53.9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1 9322,'0'0'4753,"-29"173"-3489,29-78-408,11 19-175,35 12-233,10 1-208,18-4-160,34 6-80,-13-34-696,-25-29-3329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55.5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4609,'0'0'7116,"0"29"-4914,11 204 364,-7-207-2512,0 1-1,2-1 1,1 0 0,1 0 0,1-1-1,20 40 1,-25-57-51,1-1-1,-1 0 1,1 0 0,1 0 0,-1-1 0,1 0-1,0 0 1,0 0 0,9 6 0,-10-9-362,0-1 1,0 1 0,0-1 0,1 0-1,-1 0 1,1 0 0,-1-1 0,1 0-1,-1 0 1,1-1 0,0 1 0,0-1-1,8-1 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55.7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0 281 10730,'0'0'4633,"225"-104"-4505,-130 60-128,28-7-72,-21 7-1464,-29 6-5273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56.1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129 41 6953,'0'0'6038,"-18"1"-5651,7-2-335,4 1-34,-1 0 0,1 0 0,-1 0 0,1 1 0,-9 2 0,14-3-13,0 1 0,0-1 0,0 1 1,0 0-1,0 0 0,0 0 0,0 0 1,0 0-1,0 0 0,1 1 0,-1-1 1,0 1-1,1-1 0,-1 1 0,1-1 0,0 1 1,-1 0-1,1 0 0,0-1 0,0 1 1,0 0-1,0 0 0,1 0 0,-1 0 0,1 0 1,-1 3-1,-2 12 30,0 0 0,2 0 0,0 0 1,1 0-1,3 24 0,-2-36-28,0 0-1,0 0 1,0 0 0,0-1-1,1 1 1,0 0 0,0-1-1,0 1 1,1-1-1,-1 0 1,1 0 0,0 0-1,0 0 1,1-1 0,-1 1-1,1-1 1,0 1 0,-1-1-1,2-1 1,-1 1 0,0 0-1,6 1 1,2 1-56,-1-1-1,1-1 1,1 0 0,-1-1 0,0 0-1,1-1 1,-1 0 0,1-1-1,-1-1 1,0 0 0,1 0-1,-1-1 1,14-4 0,-20 4 21,1 0 0,0 0 0,-1-1 0,0 0-1,1 0 1,-1 0 0,-1-1 0,1 1 0,0-2 0,-1 1 0,0-1 0,0 1 0,0-1 0,0-1 0,-1 1-1,0-1 1,0 1 0,-1-1 0,1 0 0,-1-1 0,-1 1 0,1 0 0,-1-1 0,2-8 0,-3 10 54,0-1 1,0 1-1,0-1 1,-1 1-1,0-1 0,0 0 1,0 1-1,-1-1 1,0 1-1,0-1 1,0 1-1,-1-1 1,0 1-1,0 0 1,0 0-1,0 0 1,-1 0-1,0 0 0,0 0 1,0 1-1,-6-7 1,0 4 41,0 0-1,-1 1 1,1 0 0,-1 0 0,0 1 0,0 0 0,-1 1-1,0 0 1,-17-3 0,10 3-444,-1 0 0,0 2-1,0 0 1,-28 2 0,41 0-192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56.6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 1 6553,'0'0'7281,"-26"17"-7020,-79 57-36,101-71-204,0 1 0,0-1 0,1 1 0,0 0 0,0 0 0,0 0-1,0 0 1,0 0 0,1 1 0,0 0 0,0-1 0,0 1 0,0 0-1,1 0 1,0 0 0,0 0 0,0 0 0,0 0 0,1 0-1,0 0 1,0 0 0,1 0 0,1 8 0,-1 10 29,-1-19-47,-1 1-1,1-1 1,1 1-1,-1-1 1,1 1-1,0-1 1,0 1 0,0-1-1,0 0 1,1 0-1,0 0 1,0 0-1,0 0 1,0 0-1,1 0 1,-1 0 0,1-1-1,0 0 1,0 1-1,0-1 1,1 0-1,-1 0 1,1-1-1,-1 1 1,1-1 0,0 0-1,0 0 1,0 0-1,0 0 1,1-1-1,-1 1 1,0-1-1,1 0 1,7 0 0,-1 0-26,1 0 1,-1 0 0,0-2 0,1 1-1,-1-1 1,1-1 0,-1 0 0,0-1-1,0 0 1,0 0 0,-1-1 0,19-10 0,-23 11 17,-1-1 1,1 0 0,-1 0 0,1 0 0,-1 0 0,-1-1 0,1 0 0,-1 0 0,1-1 0,-1 1 0,-1-1 0,1 1 0,-1-1-1,0-1 1,-1 1 0,1 0 0,-1 0 0,0-1 0,-1 0 0,0 1 0,0-1 0,1-13 0,-2 17 43,-1 0 1,1 0-1,0 0 1,-1 1-1,1-1 0,-1 0 1,0 0-1,0 0 1,0 1-1,0-1 1,-1 0-1,1 1 0,-1-1 1,1 1-1,-1-1 1,0 1-1,-4-4 1,2 2 3,-1 1 1,1 0 0,-1 0 0,0 1 0,0-1-1,0 1 1,-1 0 0,1 0 0,-6-1 0,-12-1 19,0 1 0,-1 1 0,-37 1 0,46 1-78,-51 1-3211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56.8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0 9122,'0'0'4721,"7"184"-4081,-7-90-264,0 7-48,-4 0-88,-3-6-56,4-13-104,3-18-16,0-20-64,0-28-88,7-16-1416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57.1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74 7490,'0'0'2935,"37"-13"-2672,117-39-135,-148 50-103,0 0-1,0 1 1,0 0 0,0 0 0,0 0 0,0 1 0,0 0 0,0 0 0,0 0 0,0 1 0,0 0 0,0 0 0,0 1 0,0-1-1,0 1 1,-1 0 0,1 1 0,0 0 0,-1 0 0,0 0 0,0 0 0,0 1 0,0 0 0,-1 0 0,1 0 0,-1 0 0,0 1-1,0 0 1,-1 0 0,1 0 0,3 8 0,-4-8 123,0 1 0,-1 0-1,1 0 1,-1 1 0,-1-1 0,1 0-1,-1 1 1,0-1 0,0 1 0,-1-1 0,0 1-1,0-1 1,0 1 0,-1-1 0,0 1-1,-1-1 1,1 0 0,-1 1 0,0-1-1,-1 0 1,1 0 0,-1 0 0,0-1-1,-8 12 1,-2-6-42,-1 0-1,0 0 0,0-2 1,-1 1-1,0-2 0,-1 0 1,1-1-1,-2 0 0,1-2 1,-1 0-1,1 0 1,-1-2-1,-1 0 0,1-1 1,-23 0-1,39-2-122,0 0 1,0 0 0,0 0-1,0 0 1,0 0-1,0 0 1,0-1-1,0 1 1,0 0-1,0-1 1,0 1-1,0-1 1,0 1-1,0-1 1,0 1-1,0-1 1,1 1 0,-1-1-1,0 0 1,0 0-1,1 1 1,-1-1-1,0 0 1,1 0-1,-1 0 1,1 0-1,-1 0 1,1 0-1,-1 1 1,1-1-1,0 0 1,-1-1 0,1 1-1,0 0 1,0 0-1,0 0 1,0 0-1,0 0 1,0 0-1,0 0 1,0 0-1,0 0 1,1 0-1,-1 0 1,1-1-1,1-6-472,0 0 0,0 1 0,1-1 0,0 1-1,5-8 1,24-35-5321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57.5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63 162 8714,'0'0'4194,"24"17"-3989,81 47-65,-103-62-135,1-1-1,0 1 0,-1-1 0,1 0 0,0 0 0,-1 0 0,1 0 0,0-1 0,0 1 0,0-1 0,0 1 0,0-1 0,0 0 1,0 0-1,-1-1 0,1 1 0,0 0 0,0-1 0,0 0 0,0 0 0,-1 0 0,1 0 0,0 0 0,-1 0 0,1-1 0,-1 1 0,1-1 1,-1 0-1,0 0 0,1 0 0,-1 0 0,0 0 0,2-4 0,1-1 8,0-1-1,-1 0 1,0 0 0,0 0-1,-1 0 1,0-1 0,2-13 0,-3 12-9,0 1 1,0 0 0,-1 0 0,-1-1 0,0 1 0,0-1-1,-3-15 1,3 22-1,-1 0 0,0 0 0,0 1 0,0-1 0,0 0 0,-1 1 0,1-1 0,-1 1 0,1-1 0,-1 1 0,0 0 0,0 0 0,0-1 0,0 2 0,0-1-1,-1 0 1,1 0 0,-1 1 0,1-1 0,-1 1 0,1 0 0,-1 0 0,0 0 0,0 0 0,0 0 0,1 0 0,-5 0 0,-1 0 15,0 0 0,0 1 0,-1-1 0,1 2 0,0-1 0,0 1 0,0 0 0,0 1 0,0 0 0,1 0 0,-1 1 0,0 0 0,1 0 0,0 0 0,-1 1 0,2 1 0,-1-1 0,-10 9 0,7-4 85,1 1 0,1-1 0,0 2 0,0-1 0,1 1 0,0 0 0,1 0 0,0 1 0,1 0 0,0 0 0,-3 14 0,3-8 38,1 1 0,0-1 0,2 0 0,0 1 0,1 0 0,1 0 0,0-1 0,6 31 0,-5-42-126,0 0 0,1 0 0,0-1-1,0 1 1,1-1 0,0 1 0,0-1 0,0 0 0,1 0-1,0 0 1,0-1 0,0 1 0,1-1 0,0 0 0,0 0-1,0-1 1,1 0 0,-1 0 0,1 0 0,0 0-1,0-1 1,1 0 0,-1 0 0,0-1 0,14 4 0,-7-4-195,1-1 0,-1 0 0,1-1 0,-1 0 1,1-1-1,-1-1 0,1 0 0,-1-1 0,0-1 0,0 1 1,0-2-1,0 0 0,-1-1 0,0 0 0,0-1 1,0 0-1,16-14 0,44-37-6013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57.9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0 10778,'0'0'4252,"0"33"-3609,-5 110-207,4-124-359,-2 0 0,0-1 0,0 1 0,-2-1 0,0 0 0,-2 0 0,-7 17 0,-10 27 359,63-90-543,64-67 112,46-36 28,-145 128-33,2-3 0,1 1 0,0 0 0,0 1 1,0-1-1,10-3 0,-9 9 26,-7 10 44,-1-5-35,-17 241 1181,-1 27-733,18-240-823,2 0-1,1-1 0,2 1 0,1-1 0,18 59 0,2-24-4254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1.5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203 122 1392,'0'0'5440,"6"-20"-4324,15-60-54,-16 59 2157,-5 26-2324,-7 22-541,-59 94 383,29-57-676,-39 96 1,67-140-114,1 1 0,1 0 0,1 1 0,0-1 0,2 1 1,0 0-1,2 1 0,0 23 0,2-44-28,0-1 0,0 1 0,0-1 0,1 1-1,-1-1 1,0 1 0,1-1 0,-1 1 0,1-1 0,0 1 0,0-1 0,-1 0 0,1 1 0,0-1-1,0 0 1,0 0 0,0 1 0,0-1 0,0 0 0,1 0 0,-1 0 0,0-1 0,1 1 0,-1 0-1,0 0 1,1-1 0,-1 1 0,1-1 0,-1 1 0,1-1 0,-1 1 0,1-1 0,-1 0 0,1 0-1,-1 0 1,1 0 0,1 0 0,1 0-307,35 2-4916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1.7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354 1 6209,'0'0'5451,"-12"31"-5132,-41 106-141,-200 484 858,245-603-1150,0 1 0,1-1-1,-5 23 1,34-70-4814,11-19-1072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2.0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878 1 8922,'0'0'3226,"-20"31"-2682,19-28-530,-150 260 715,-475 839 1014,616-1086-1689,1-2-22,0-1 0,0 2 1,2-1-1,0 1 0,0 1 0,2-1 1,-1 1-1,-3 22 0,8-34-62,0 19 15,10-19-213,10-14-351,16-16-541,-1-2 0,-2-2 0,38-44 0,16-33-4973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2.3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1021 1 9218,'0'0'2380,"-29"30"-1617,-2 2-505,-4 2 57,2 2-1,1 1 1,-44 68 0,-287 523 689,163-271-803,160-288-164,-109 171 165,116-193-339,47-61-1188,56-77-2737,-11-4-2655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2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963 1 136,'0'0'11377,"-33"36"-10250,-8 6-805,2-1-13,2 1-1,1 1 1,-42 69-1,-368 631 1163,321-527-1313,17-28-94,89-139-76,18-33-143,11-16-150,21-24-621,-31 23 925,63-61-1993,6-15-1020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2.8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800 0 9042,'0'0'2311,"-26"35"-1447,-88 120 223,76-97-705,2 1 0,2 2-1,-31 82 1,19-40-230,-365 647 291,385-704-510,22-31-305,11-17-148,18-23-713,-24 24 1176,57-63-2072,8-21-1605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3.1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594 1 8474,'0'0'3040,"-30"38"-1935,-97 129-141,108-140-737,1 1-1,1 1 1,-24 58-1,22-42-68,-111 228 598,-26 59-166,148-313-583,3-10-24,0 0 1,2 0-1,-1 1 1,1 0 0,0-1-1,1 1 1,-2 17 0,10-34-787,66-112-3131,-27 39-509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3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770 0 9666,'0'0'1447,"-20"31"-639,-137 214 875,-361 621 486,499-835-2149,12-21-24,0 0 0,1 0-1,0 0 1,0 1 0,1 0-1,1 0 1,0 0 0,0 0-1,-2 19 1,6-27-188,6-6-124,14-11-186,-1-1 0,0-1 0,-1-1 0,-1 0 0,0-2 0,25-36 0,-11 16-1147,36-46-4317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3.6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731 1 7770,'0'0'4419,"-21"39"-3612,-6 15-560,-104 183 613,-148 174 247,66-104-802,204-292-315,2-8 2,2 1-1,-1 1 0,1-1 0,0 1 0,1 0 1,0 0-1,0 0 0,1 1 0,1-1 0,-3 16 1,5-25-4,-1 0 1,1 0 0,0 0-1,0 1 1,0-1-1,1 0 1,-1 0 0,0 0-1,0 1 1,0-1 0,0 0-1,0 0 1,0 0-1,0 0 1,0 1 0,0-1-1,0 0 1,0 0 0,1 0-1,-1 0 1,0 1-1,0-1 1,0 0 0,0 0-1,0 0 1,1 0 0,-1 0-1,0 0 1,0 0-1,0 1 1,0-1 0,1 0-1,-1 0 1,0 0 0,0 0-1,0 0 1,1 0-1,-1 0 1,0 0 0,0 0-1,0 0 1,1 0 0,-1 0-1,0 0 1,0 0-1,0 0 1,0 0 0,1-1-1,-1 1 1,0 0 0,0 0-1,0 0 1,1 0-1,-1 0 1,0 0 0,0 0-1,0 0 1,0-1 0,0 1-1,0 0 1,1 0-1,-1 0 1,0 0 0,0-1-1,0 1 1,0 0 0,0 0-1,0 0 1,0-1-1,15-6-653,-2-1 0,1-1 0,-1 0-1,0-1 1,-1 0 0,15-17-1,33-43-4824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3.8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948 1 8954,'0'0'1419,"-23"28"-306,-331 434 2699,-161 212-2432,503-658-1387,-20 27 55,30-41-64,1 1 0,0-1 0,0 0 0,-1 0 0,1 0 0,0 1 0,1-1 0,-1 1 0,0-1 0,1 1 0,0-1 0,-1 1 0,1-1 0,0 1 0,0 2 1,14-9-716,9-9-133,-1-2 1,-1 0-1,32-29 1,7-21-2902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4.1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1076 0 8882,'0'0'2804,"-31"40"-1561,21-27-1118,-210 284 1783,-486 654-141,672-909-1731,-41 71 0,79-120-170,1 0 0,0 0 1,0 1-1,0 0 0,12-9 1,9-11-272,53-65-1346,8-18-1810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4.3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915 1 8634,'0'0'3483,"-16"33"-1917,0-2-1198,-105 192 1404,-174 195-292,-27-25-1054,233-287-327,34-34-102,55-71-120,12-10-127,157-131-2710,-71 45-1298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4.6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886 0 8274,'0'0'4635,"-24"34"-3548,15-21-984,-161 240 1036,-164 259-552,114-184-421,196-291-149,7-15-7,2 2 0,0 0 0,2 0 1,0 2-1,2-1 0,-10 34 0,22-59-12,-1-1-1,0 1 0,0 0 0,1 0 0,-1 0 0,0 0 0,1 0 0,-1 0 1,0 0-1,1-1 0,-1 1 0,0 0 0,0 0 0,1 0 0,-1 0 0,0 0 0,1 0 1,-1 1-1,0-1 0,1 0 0,-1 0 0,0 0 0,0 0 0,1 0 0,-1 0 1,0 0-1,1 1 0,-1-1 0,0 0 0,0 0 0,0 0 0,1 1 0,-1-1 1,0 0-1,0 0 0,0 1 0,1-1 0,-1 0 0,0 0 0,0 1 0,0-1 0,0 0 1,0 0-1,0 1 0,0-1 0,1 0 0,-1 1 0,0-1 0,0 0 0,0 1 1,0-1-1,0 0 0,0 1 0,-1-1 0,1 0 0,0 0 0,0 1 0,0-1 1,0 0-1,0 1 0,0-1 0,0 0 0,-1 0 0,1 1 0,0-1 0,0 0 0,0 0 1,-1 1-1,22-12-516,-2 0 1,1-1 0,-1-1-1,-1-1 1,24-23 0,40-41-4099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4.8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657 0 6257,'0'0'7186,"-203"186"-6346,153-103-24,1 2-440,-3 10-128,9 3-120,-9 3-40,-1-3-24,-3-13 8,10-6-8,8-22-64,24-23 0,14-24-104,10-16-1104,29-32-1544,3-16-4290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5.0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278 1 8954,'0'0'4577,"-98"180"-3401,66-98-272,1 13-360,6 3-183,0-4-201,8-8-112,-4-1-48,7-19-120,0-22-1705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35.4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1 296 8834,'0'0'3333,"17"-14"-2612,26-20-502,2 2 0,0 2 0,2 2 0,2 2 0,0 3 0,87-30-1,-100 42-214,1 1 0,1 3 0,44-5-1,10-1 37,-83 12-40,-1 0 0,1 0 0,0 1 1,-1 1-1,1 0 0,0 0 0,-1 0 0,0 1 0,1 0 0,-1 1 0,14 5 0,5 6 25,-1 0-1,27 20 0,34 19 14,-44-32-13,72 46 1,-101-57-19,-1 1 0,0 0 0,0 1 0,-1 0 0,-1 1 0,0 1 0,0 0 0,11 22-1,22 32 130,3-1-1,3-3 0,3-2 0,80 75 1,-117-123-87,0 0 0,1-2 0,1 1 0,0-2 0,1-1 0,23 11 0,126 39 121,-63-25-146,4 12 4,23 8 28,-115-50-43,2 1 0,-1-2 0,1-1 0,-1 0 1,29 0-1,-5-3 29,76-1 34,-1 5 0,177 28 0,-228-21-48,1-2 0,1-3 0,-1-3 0,1-3-1,104-14 1,-91 7-22,143 6 0,-144 4 15,146-14 0,-74-7 6,-51 8-24,104-26 1,147-37-25,-222 49 28,-70 8-8,-1-2 1,-1-3 0,89-45 0,-90 38-2,1 3 1,1 2-1,84-20 1,-94 30 4,-2-2 1,0-2-1,53-27 1,54-20-3,-122 54-4,0 2 1,0 2 0,1 0-1,60-1 1,137 14-16,-54 0 29,245-19 30,-384 10-43,0 2 0,0 1 1,0 2-1,0 1 0,0 2 0,52 16 0,361 111 19,-429-126-15,-1 1 1,0 1-1,-1 0 0,0 2 0,-1 0 0,0 1 0,0 0 0,18 18 1,37 26 120,-48-42-109,-1-1 1,2-2-1,-1 0 0,2-2 1,-1 0-1,1-2 0,43 5 0,59 18 40,-35-7-54,175 20-1,-214-36 1,38 0 17,130-6 1,-100-3-20,47-9-46,0 0 375,-175 7-303,-20-18 29,1 0 0,1-2 0,1 0 0,1-1 1,-26-43-1,21 31 77,-58-65-1,75 92-21,-1 0-1,0 1 0,-1 0 0,0 0 0,0 1 1,-1 1-1,-19-10 0,28 16-95,2 1-77,5 5-34,15 19 94,1-2 1,1 0-1,36 29 0,86 55 68,-67-51-62,-57-41 2,161 129 16,-179-142-16,0-1 0,-1 1 0,1-1 0,0 1 0,-1-1 0,1 1-1,-1 0 1,1-1 0,-1 1 0,1 0 0,-1-1 0,1 1 0,-1 0 0,0 0 0,1-1 0,-1 1 0,0 0 0,1 0 0,-1 0 0,0 0 0,0-1 0,0 1 0,0 0 0,0 0 0,0 0 0,0 0 0,0 0 0,-1-1 0,1 1 0,0 0 0,0 0 0,-1 0 0,1-1 0,0 1 0,-1 0 0,1 0 0,-1-1 0,1 1 0,-1 0 0,1-1 0,-1 1 0,1 0 0,-1-1 0,0 1 0,1-1 0,-1 1 0,-1 0 0,-47 22 2,29-15 19,-5 4-49,-170 79 308,158-76 33,0-3 0,-1 0 1,-58 8-1,96-20-317,-40 6-651,-57 1-1,74-7-1807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36.8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 8410,'0'0'4678,"2"-2"-4479,0 1-157,0-1 0,0 1 0,0 0 1,0 0-1,1 0 0,-1 0 0,0 0 0,1 0 1,-1 0-1,0 1 0,1-1 0,-1 1 0,1 0 0,-1 0 1,1 0-1,-1 0 0,1 0 0,2 1 0,49 9 430,0 8-111,-2 2-1,0 3 0,95 57 1,-66-34-173,527 245 520,-432-215-550,316 190-1,-220-109-96,-224-134-70,0-3-1,1-1 1,98 21 0,-201-46-2812,-16-9-5602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37.5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0 339 8074,'0'0'6181,"29"-7"-5742,-11 3-373,35-9 56,1-2 0,54-24 0,417-193 229,-508 227-336,-15 4-10,0 1 1,1 0-1,-1-1 0,0 1 0,0-1 0,0 0 1,0 1-1,0-1 0,0 0 0,-1 0 1,1-1-1,0 1 0,0 0 0,-1-1 0,1 1 1,-1-1-1,2-1 0,-29 2 28,-63 0-2777,46-1-1993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38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8074,'0'0'4649,"17"5"-4009,-10-3-602,42 12 698,0 1-1,58 29 0,57 48 91,-96-51-667,2-2 1,140 53 0,-59-49-108,33 11 1,-156-44-49,-1 2 0,0 0 0,-1 2 0,36 25 0,-11-1 7,-34-23-6,1 0 1,1-2-1,0 0 1,1-1 0,1-1-1,-1-1 1,2-1 0,26 7-1,117 9 9,-133-23-10,1 1 0,-1 2 0,0 2 0,0 0 0,-1 2 0,60 27 0,58 31 2,-89-43-1,67 39 0,-57-23-2,105 68 10,-132-84-16,-34-20 2,0 0 0,-1 1 0,1 0 0,-1 1-1,12 9 1,-13-8-27,1-2-1,-1 1 0,1-1 0,1-1 0,-1 1 1,18 5-1,31 22 25,-54-31 5,-1 0 1,1 0-1,0 0 0,0 0 1,-1-1-1,1 0 0,0 1 0,0-1 1,0 0-1,0 0 0,0 0 1,3-1-1,17-1-27,-23 3-43,0 0 0,0-1 0,0 1 0,0 0 0,0-1 0,0 1 1,0-1-1,0 1 0,0 0 0,0-1 0,0 1 0,0 0 0,0-1 1,0 1-1,-1 0 0,1-1 0,0 1 0,-1-1 0,1 1 0,0-1 1,-1 2-1,-20 5-3281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39.2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96 4609,'0'0'855,"16"-17"-5963,50-52 4755,-53 59 807,-12 17 306,-9 13 828,-1-6-38,13-7 422,24-6 915,-12-1-3067,-10 0 283,1-1 97,0 0-1,0 1 1,0 0-1,0 1 1,0-1-1,0 1 0,0 1 1,0-1-1,-1 1 1,1 0-1,0 1 1,-1 0-1,0 0 1,1 0-1,-1 1 1,11 8-1,55 55 1656,-49-43-1656,2-2-1,0 0 0,51 32 1,65 15-70,-106-55-110,-1 1 0,0 3-1,-1 0 1,-1 2 0,32 27 0,-59-46-826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39.7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1 604 4665,'0'0'8995,"14"-21"-8773,4-6-166,2 0 1,1 1 0,1 1 0,36-31 0,-3 9 186,79-90 0,-90 88-213,2 2 0,66-52 0,-53 63 52,-34 30-4184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41.4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6897,'0'0'5098,"6"1"-4365,8 3-513,0 1 0,0 0-1,-1 1 1,1 1 0,-2 0 0,1 1-1,-1 0 1,0 1 0,0 0-1,10 12 1,49 33 42,16 1 112,155 71-1,105 17-113,-209-86-244,-74-29-3,1-2 1,1-3-1,90 18 1,-96-30-13,-22-7 1,-1 3 0,0 1 0,0 1 0,-1 2 0,0 2 0,47 24 1,-68-28 0,2 2 0,0 0 0,0-2 0,1 0 0,1 0 0,-1-2 0,1 0 0,1-2 0,-1 0 0,23 3 0,49-9-1,-68-1-3,-1 2 1,1 0-1,36 6 1,-50-3 1,0 1 0,1 0 1,-2 1-1,1 0 0,0 0 0,-1 1 0,0 0 1,-1 0-1,1 1 0,-1 0 0,10 12 0,31 26 9,-25-30-5,0 0 1,2-2 0,-1-1-1,2-1 1,34 11-1,-27-11-3,0 2 0,54 30 0,10 26 130,-73-50-11,1 0 0,0-2 0,1-1 0,48 21 0,-31-28-102,-36-8-2,0 0 1,0 1 0,0-1 0,0 1 0,7 3-1,-10-2-266,11 9 827,-15-12-634,0 0 0,0 1 0,0-1 1,0 0-1,1 0 0,-1 0 0,0 0 0,0 1 0,0-1 0,0 0 0,1 0 0,-1 0 1,0 0-1,0 0 0,0 0 0,1 0 0,-1 1 0,0-1 0,0 0 0,0 0 0,1 0 1,-1 0-1,0 0 0,0 0 0,0 0 0,1 0 0,-1 0 0,0 0 0,0 0 0,1 0 1,-1 0-1,0 0 0,0-1 0,0 1 0,1 0 0,-1 0 0,0 0 0,0 0 0,0 0 0,1 0 1,-1 0-1,0-1 0,0 1 0,0 0 0,0 0 0,0 0 0,1 0 0,-1-1 0,0 1 1,0 0-1,0 0 0,0 0 0,0-1 0,0 1 0,0 0 0,0 0 0,0-1 0,0 1 1,0 0-1,0 0 0,0-19-6792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42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64 461 344,'0'0'9802,"-11"0"-8860,-31 0-321,32 0 3779,22 0-4259,19-6-64,-1 0 0,0-2-1,0-1 1,35-17 0,-11 5-29,260-69 48,-34 12-80,-80-8-18,-75 29-24,-107 51 16,0 1-1,0 1 1,0 0 0,1 2-1,36-2 1,-31 3 19,0-1-1,39-9 1,-29 3 27,40-14-37,-70 19 4,-19 1-46,-15 3-1089,-57 11-1,27 0-3101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43.4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3177,'0'0'9531,"5"0"-9016,16 1-234,0 1 0,0 1 0,-1 1 0,1 1 0,-1 0 0,0 2 0,0 0 0,-1 2 0,0 0 0,20 13 0,27 21 155,86 73-1,-46-34-356,-48-42-42,2-2 0,117 53 0,140 34 22,-130-47 10,-125-49-25,2-2 0,1-4-1,109 25 1,-93-35-35,113 24 16,-172-31-22,0 0 1,-1 2 0,0 1 0,0 0 0,-1 1 0,27 19-1,-31-18-2,1-2 0,-1 0 0,2-1 0,-1-1 0,1 0-1,0-2 1,1 0 0,-1-1 0,1 0 0,19 0-1,2 2 1,-7 2 0,-1 1 0,0 1 0,-1 2 0,0 1 0,-1 2 0,0 1 0,35 26 0,-41-37-59,-22-4 39,0-1 1,1 0-1,-1 0 1,0 1 0,0-1-1,0 1 1,0 0 0,0-1-1,0 1 1,0 0-1,4 2 1,-6-2 19,0-1 0,0 0 0,0 1 0,0-1-1,0 1 1,0-1 0,0 0 0,1 1 0,-1-1 0,0 0 0,0 1 0,0-1-1,0 1 1,-1-1 0,1 0 0,0 1 0,0-1 0,0 0 0,0 1 0,0-1 0,0 0-1,-1 1 1,1-1 0,0 0 0,0 1 0,0-1 0,-1 0 0,1 1 0,0-1-1,0 0 1,-1 0 0,1 1 0,0-1 0,-1 0 0,1 0 0,0 0 0,-1 1-1,1-1 1,0 0 0,-1 0 0,1 0 0,-1 0 0,1 0 0,-20 9 26,18-8-21,-48 24 1,0 2 0,-64 47 0,72-45-3,-181 129 35,-81 52 216,300-207-240,-3 2 18,0-1 0,0 0 1,-1 0-1,1 0 0,-1-1 0,0 0 0,0-1 0,0 0 0,-12 2 1,19-4-37,1-1 1,-1 1 0,1-1 0,-1 1 0,1-1-1,-1 0 1,1 1 0,-1-1 0,1 1 0,0-1-1,-1 0 1,1 0 0,0 1 0,0-1 0,-1 0-1,1 1 1,0-1 0,0 0 0,0 0 0,0 1-1,0-1 1,0 0 0,0 0 0,0 1 0,0-1-1,1 0 1,-1 0 0,0 0 0,1-5-37,0-18-231,1 0 0,2 1 0,0-1 0,1 1 0,14-37 0,-10 35-489,10-46-3804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44.3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7034,'0'0'6131,"34"21"-5553,114 67-3,-130-77-417,0-2-1,1 0 1,0-1 0,21 6 0,-3-1 40,-4-1-17,287 121 1071,-271-108-1126,-1 2 1,-2 2-1,0 2 1,54 48-1,-66-48-84,0-2-1,2-1 0,1-2 0,1-2 0,1-1 0,1-2 1,61 22-1,-53-23-21,-1 1 0,59 38 0,-11-7-15,-64-37 0,1-3 1,63 17-1,-64-21 0,0 2 1,0 1-1,43 21 0,-27-4-4,-33-18 0,1-1 0,0-1 0,0 0 0,1-1 0,0-1 0,0 0 0,0-1 0,25 4 0,57-3-6,-61-6-18,45 8 1,-69-6 19,0 1 0,-1 1 1,1 0-1,-1 0 0,1 1 0,-1 1 1,13 7-1,27 30 6,-42-33-2,0-1 1,1 0-1,18 10 0,-24-14-83,-12-3-327,-27-5-2381,22 2 650,-41-7-9091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45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19 503 7186,'0'0'7048,"-5"1"-6920,-9 1-25,21-1 211,34-7 366,-13-4-413,-1-1 0,43-23 0,13-7-106,-19 15-140,1 4 0,1 2 0,0 3 0,2 3 0,85-7 1,130-16 4,-252 30-18,-1-1-1,0-2 1,0-1 0,-1-1-1,-1-1 1,0-1 0,26-19 0,-38 22-5,6-3 2,-1-1 0,-1 0 0,0-2-1,-1 0 1,24-29 0,-41 41 18,-5 6-35,-9 10-94,-17 18-278,-46 46-3853,19-26-6795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47.0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1856,'0'0'15652,"48"0"-15556,-39 0-79,-1 0-1,1 1 1,-1 0 0,0 0 0,1 1 0,-1 0 0,0 0 0,0 1-1,0 0 1,8 4 0,48 17 7,-45-18-35,0 2-1,-1-1 0,24 15 0,-2 1 27,0-2-1,1-2 0,0-2 1,2-2-1,0-1 0,73 12 0,-83-17-23,0 0-1,-1 2 0,-1 2 0,40 21 0,39 16 87,4-14-48,-84-28-46,0 0 0,-1 3 0,0 0-1,52 30 1,-44-20 29,1-1 1,53 19-1,-84-36-2,39 18 6,71 46 1,-50-26 4,-44-26-21,0 1 0,24 22-1,26 19 13,-55-45-20,16 12-1,0-2-1,2-2 1,0-1 0,1-2-1,42 14 1,-48-19 8,0 2-1,-2 1 1,1 1 0,-2 1-1,31 25 1,41 23-19,-23-16-136,-77-49 158,1 1 0,-1-1-1,1 0 1,-1 0 0,0 0-1,1 0 1,-1 0 0,0 0-1,1 1 1,-1-1 0,0 0-1,0 0 1,1 1 0,-1-1 0,0 0-1,1 0 1,-1 1 0,0-1-1,0 0 1,0 1 0,1-1-1,-1 0 1,0 1 0,0-1 0,0 0-1,0 1 1,0-1 0,0 0-1,0 1 1,1-1 0,-1 0-1,0 1 1,0-1 0,0 1-1,0-1 1,-1 0 0,1 1 0,0-1-1,0 0 1,0 1 0,0-1-1,0 0 1,0 1 0,-1-1-1,1 0 1,0 1 0,0-1-1,0 0 1,-1 1 0,1-1 0,0 0-1,0 0 1,-1 1 0,1-1-1,0 0 1,-1 0 0,1 0-1,0 1 1,-1-1 0,1 0 0,-1 0-1,-26 10 8,21-8-6,-348 134 456,141-51-412,92-44 13,-142 28 0,220-59-58,4-3 4,1 3-1,0 1 1,1 1-1,-37 19 0,66-20-1189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49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2044 4729,'0'0'7303,"0"0"-7282,0 1 0,-1-1 1,1 0-1,0 0 0,-1 0 0,1 0 0,0 0 1,0 0-1,-1 0 0,1 0 0,0 0 1,-1 0-1,1 0 0,0 0 0,-1 0 0,1 0 1,0 0-1,0 0 0,-1 0 0,1 0 0,0 0 1,-1 0-1,1 0 0,0 0 0,0 0 1,-1-1-1,1 1 0,0 0 0,0 0 0,0 0 1,-1-1-1,1 1 0,0 0 0,0 0 1,0 0-1,-1-1 0,1 1 0,0 0 0,0 0 1,0-1-1,0 1 0,0 0 0,-1-1 0,5-57 905,14-83 0,0 15-794,20-415 66,-26 420-209,5 1 0,55-198 0,-23 116 19,-48 194 17,3-3 8,-2 0 0,0 0 1,0-1-1,-1 1 1,0 0-1,-1-1 0,0 1 1,-2-13-1,1 23-14,0 0-1,0 0 0,0 0 1,0 0-1,0 0 0,0 0 1,-1 0-1,1 0 1,0 1-1,0-1 0,-1 0 1,1 1-1,0-1 0,-1 1 1,1-1-1,-1 1 0,1 0 1,0 0-1,-1-1 0,-2 1 1,3 0-18,-1 0-1,0 0 1,1 0 0,-1 0 0,1 0 0,-1-1 0,1 1-1,-1-1 1,1 1 0,-1-1 0,1 1 0,-1-1 0,1 0-1,0 0 1,-1 0 0,1 0 0,0 0 0,0 0 0,0 0-1,0 0 1,0 0 0,0-1 0,-1-1 0,1-5-3,2-10-28,1 0-1,0 0 0,8-28 0,-6 34 33,-1 0-1,-1-1 1,0 1-1,0-1 1,-1 1 0,-1-1-1,-2-20 1,1 31-4,0 0 1,0 0 0,0 0-1,0 0 1,0 1 0,-1-1-1,1 0 1,0 1-1,-1-1 1,1 1 0,-1 0-1,0 0 1,0-1 0,1 1-1,-1 0 1,0 0 0,0 0-1,0 1 1,0-1-1,0 0 1,0 1 0,0-1-1,0 1 1,0 0 0,0 0-1,0 0 1,0 0 0,-1 0-1,-2 1 1,1-1 3,1 0 0,0 0-1,0 0 1,0 0 0,0 1 0,0-1 0,-1 1 0,1 0-1,0 0 1,1 0 0,-1 1 0,0-1 0,0 1 0,0-1-1,1 1 1,-1 0 0,1 0 0,-1 0 0,-2 3 0,1 5-1,1 0 1,0 0 0,0 0-1,1 0 1,0 0-1,1 0 1,0 1 0,1-1-1,0 1 1,3 18 0,-1-13 3,1 1 0,0 0 0,1-1 1,1 0-1,14 29 0,-12-31 16,0-1 1,2 0-1,-1 0 1,2-1-1,20 22 0,-25-29-20,0-1-1,1 1 1,-1-1-1,1 0 1,0-1-1,0 1 1,0-1-1,1 0 1,-1-1-1,1 1 1,0-1-1,-1-1 1,1 1-1,0-1 1,9 0-1,-14-1 1,0 0 0,-1 0 1,1-1-1,-1 1 0,1-1 0,0 1 0,-1-1 0,1 1 1,-1-1-1,0 0 0,1 0 0,-1 0 0,1 0 0,-1 0 0,0 0 1,0 0-1,0 0 0,0-1 0,0 1 0,0 0 0,0-1 1,0 1-1,0 0 0,0-1 0,-1 0 0,1 1 0,-1-1 1,1 1-1,-1-1 0,1 1 0,-1-3 0,4-59 44,-4 53-63,-1-3-9,0 1 0,-1-1 0,0 1 1,-1-1-1,0 1 0,-1 0 0,-1 1 0,0-1 0,0 1 0,-1 0 0,-1 0 1,0 0-1,0 1 0,-1 0 0,-16-16 0,16 18 18,0 0 0,-1 1-1,0 0 1,0 1 0,0 0 0,-1 0-1,0 1 1,0 0 0,0 1 0,-1 0 0,0 1-1,0 0 1,0 0 0,0 1 0,0 1-1,0 0 1,-23 1 0,32 0 8,-1 1 1,1 0 0,-1-1-1,1 1 1,-1 0-1,1 1 1,0-1-1,-1 0 1,1 1-1,0-1 1,0 1-1,0 0 1,0-1-1,0 1 1,0 0 0,1 0-1,-1 0 1,1 1-1,-1-1 1,1 0-1,0 1 1,0-1-1,0 0 1,0 1-1,0-1 1,1 1-1,-1 0 1,1-1-1,-1 1 1,1-1 0,0 1-1,0 3 1,0-1-1,0 0-1,0-1 1,0 1 0,1 0 0,-1 0 0,1-1 0,0 1 0,1 0 0,-1-1 0,1 1 0,0-1 0,0 0 0,0 1 0,1-1 0,-1 0-1,1 0 1,4 3 0,4 2 7,1 0 0,0-1 0,0-1 0,1 0 0,23 8 0,-29-12-3,0 0 0,1-1 0,-1 0 0,1 0 0,0-1 0,-1 0 0,1-1 0,0 1 0,0-2 0,0 1 0,-1-1 0,12-2 0,-16 2 3,0-1 0,1 0-1,-1 1 1,0-1 0,0-1 0,0 1-1,0 0 1,-1-1 0,1 1 0,-1-1-1,1 0 1,-1 1 0,0-1 0,0-1 0,0 1-1,-1 0 1,1 0 0,-1-1 0,0 1-1,1 0 1,-2-1 0,1 0 0,0-3 0,2-12-1,0-1 0,-2 1 1,-1-22-1,0 26-49,0 12 42,0 1 0,0-1 1,0 0-1,0 0 0,0 0 0,-1 0 0,1 1 1,-1-1-1,0 0 0,0 1 0,0-1 0,0 0 1,0 1-1,-1-1 0,-2-3 0,1 4 3,1 0 0,0 1 0,-1-1 0,1 1 0,-1 0 0,0 0 0,1 0 0,-1 0 0,0 0 0,0 1 0,0-1 0,1 1 0,-1 0 0,0 0 0,-6 0 0,-3 1 58,0 0 1,0 1-1,0 0 1,0 1-1,0 0 1,1 1-1,-1 1 1,1 0 0,0 0-1,0 1 1,1 0-1,0 1 1,0 0-1,0 0 1,1 1-1,0 1 1,1 0-1,-1 0 1,-10 16 0,19-24-60,-1-1 1,1 1 0,-1-1 0,1 1 0,0-1 0,-1 1-1,1-1 1,0 1 0,-1-1 0,1 1 0,0-1 0,0 1 0,-1-1-1,1 1 1,0 0 0,0-1 0,0 1 0,0-1 0,0 1-1,0 0 1,0-1 0,0 1 0,0-1 0,0 1 0,0 0-1,0-1 1,0 1 0,1-1 0,-1 1 0,0 0 0,0-1 0,1 1-1,-1-1 1,0 1 0,1-1 0,-1 1 0,1-1 0,-1 0-1,0 1 1,1-1 0,-1 1 0,1-1 0,-1 0 0,1 1-1,0-1 1,-1 0 0,1 0 0,-1 1 0,1-1 0,-1 0 0,1 0-1,0 0 1,-1 0 0,1 0 0,-1 0 0,1 0 0,0 0-1,0 0 1,42-5-115,-42 4 112,28-7-661,-1-1 0,-1-2-1,51-27 1,-15-1-5891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50.3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1166 4121,'0'0'9007,"41"-4"-8203,137-18-314,-148 17-395,0-2-1,0-1 1,-1-1 0,0-2 0,46-24 0,-4 3-48,-16 8-19,2 3-1,0 2 1,1 3 0,1 2-1,0 3 1,0 3 0,88-2-1,-2 12 75,195-7 27,-275-3-111,-1-4-1,-1-2 1,119-44 0,-119 35-27,1 3 0,1 2 1,116-15-1,42 26 58,-141 8-26,1-5 0,94-16-1,181-27-12,-87 14-56,357-50 54,-524 70-25,124-33-1,97-42 59,-325 88-41,28-10-6,0-2 0,-1 0 1,46-30-1,8-3 18,-62 37-9,0 2 0,0 0 0,1 2 0,0 0 0,0 1 0,0 0 0,40 2 0,-35 1-63,0-1-1,0-2 1,0 0 0,38-11 0,43-25-339,-68 23 364,2 1 1,0 3-1,62-12 0,-69 17 40,0-1-1,-1-2 0,-1-1 1,39-19-1,-17 7 40,-41 17 376,-17 3-185,-29 5-883,5-1-1475,-22-1-6109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52.0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1626 5969,'0'0'5128,"0"-10"-4466,1-63 2898,1 27-3540,2 0 0,10-51 0,2 18-12,25-101 6,-11 66-4,-4 0 0,-5-2 0,-6-1 0,2-121 0,-17 226 0,-1-43-21,3 0 0,10-64-1,-4 53 237,-8 66-218,0 0 1,0-1-1,0 1 1,0 0 0,0 0-1,0-1 1,1 1-1,-1 0 1,0 0-1,0-1 1,0 1 0,0 0-1,0-1 1,0 1-1,0 0 1,0 0-1,0-1 1,0 1 0,0 0-1,-1 0 1,1-1-1,0 1 1,0 0-1,0-1 1,0 1 0,0 0-1,0 0 1,-1-1-1,1 1 1,0 0 0,0 0-1,0 0 1,-1-1-1,1 1 1,0 0-1,0 0 1,-1 0 0,1 0-1,0 0 1,0-1-1,-1 1 1,1 0-1,0 0 1,0 0 0,-1 0-1,-14 28 210,9-10-211,1 1 0,1 0 0,1 0-1,0 0 1,1 0 0,2 38 0,1-56-8,-1-1 0,1 1 0,-1 0 0,0-1-1,1 1 1,-1-1 0,1 0 0,-1 1 0,1-1 0,-1 1 0,1-1-1,-1 0 1,1 1 0,0-1 0,-1 0 0,1 1 0,-1-1 0,1 0-1,0 0 1,-1 0 0,1 0 0,0 0 0,-1 0 0,1 0 0,0 0-1,-1 0 1,1 0 0,0 0 0,-1 0 0,1 0 0,0 0 0,-1 0 0,2-1-1,26-9-59,-24 5 56,0 0-1,0-1 1,0 1-1,-1-1 0,0 1 1,0-1-1,0 0 0,-1 0 1,0 0-1,0-1 0,0 1 1,-1-1-1,1-10 0,0 1-3,-1 0 0,-1 0 0,-1-1 0,-3-23-1,3 37 9,0-1-1,0 0 0,0 1 0,0-1 1,-1 1-1,0 0 0,1-1 0,-1 1 0,0 0 1,-1 0-1,1 0 0,0 1 0,-1-1 1,0 0-1,1 1 0,-1 0 0,0-1 1,0 1-1,-1 1 0,1-1 0,0 0 1,-1 1-1,1-1 0,-1 1 0,1 0 0,-4 0 1,-6-2 0,0 1 0,0 1 1,1 0-1,-1 1 0,0 0 0,-17 3 1,26-2 9,0 1 1,0-1-1,0 1 1,0 0-1,0 0 1,0 0-1,0 0 0,1 1 1,-1 0-1,1 0 1,0 0-1,0 0 1,0 0-1,0 0 1,0 1-1,1-1 1,-1 1-1,1 0 1,0 0-1,0 0 0,1 0 1,-1 0-1,1 0 1,0 1-1,-1 5 1,0-5-5,1 0 0,0 0-1,0 0 1,1 0 0,0 0 0,-1 0 0,2 0 0,-1 0 0,0 0 0,1 0-1,0 0 1,0 0 0,1 0 0,0 0 0,-1 0 0,1 0 0,1-1 0,-1 1 0,1-1-1,0 0 1,0 0 0,4 5 0,-1-5-8,0 0 0,0 0 1,1 0-1,-1-1 0,1 0 0,0 0 0,0 0 0,0-1 0,0 0 0,1-1 1,8 2-1,9-1-4,51-2-1,-73 0 10,0 0 0,0 0-1,0-1 1,0 1 0,0-1-1,0 1 1,0-1-1,0 0 1,0 0 0,-1-1-1,1 1 1,0-1-1,-1 1 1,1-1 0,-1 0-1,1 0 1,-1 0-1,0 0 1,0 0 0,0 0-1,0-1 1,0 1 0,-1-1-1,3-2 1,-2-1 15,0 0 0,0 0 0,-1 0 0,1 0 0,-1 0-1,-1 0 1,1 0 0,-1-1 0,0 1 0,-1 0 0,0-7 0,0 10 5,0-1 0,-1 1-1,1-1 1,-1 1 0,0 0-1,1 0 1,-1 0 0,-1 0 0,1 0-1,0 0 1,-1 0 0,1 1 0,-1-1-1,0 1 1,0 0 0,0 0-1,0 0 1,0 0 0,0 1 0,-6-3-1,0 0-86,1 1-1,-1 0 1,1 1-1,-1-1 0,0 2 1,0-1-1,-11 1 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53.2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 1393 6593,'0'0'6103,"-5"1"-5819,-14 6 156,14-6 122,5-4 92,4-63 87,25-128-1,-11 91-662,21-333 13,-34-2-379,-5 435 283,1-12-1,0-1 1,1 0 0,1 1-1,7-25 1,-9 39 34,-1 0-1,0 0 1,0 0-1,0 0 1,1 0-1,-1 0 1,0 0-1,0 1 1,0-1-1,0 0 1,-1 0-1,1 0 1,0 0-1,0 0 1,0 0-1,-1 0 1,1 0-1,0 1 1,-1-1-1,1 0 0,-1 0 1,1 0-1,-1 1 1,0-1-1,1 0 1,-1 1-1,0-1 1,1 0-1,-1 1 1,0-1-1,1 1 1,-1-1-1,0 1 1,0-1-1,0 1 1,0 0-1,0-1 1,1 1-1,-1 0 1,0 0-1,0 0 1,0 0-1,0 0 1,0 0-1,0 0 1,0 0-1,0 0 1,-1 0-1,1 3-29,-1 0 0,1 0 0,0 0 0,0 0 0,0 0 0,0 0 1,1 0-1,-1 1 0,1-1 0,0 0 0,0 7 0,0 0-2,-2 0-5,1 0 1,0 0 0,1-1 0,0 1 0,0 0-1,1 0 1,3 13 0,-3-20 4,0-1 0,1 1 0,-1-1 0,1 1 0,-1-1 0,1 0 1,0 0-1,0 0 0,0 0 0,0 0 0,0 0 0,0 0 0,1 0 0,-1-1 0,0 0 0,1 1 0,-1-1 0,1 0 0,0 0 1,-1 0-1,1 0 0,0-1 0,0 1 0,-1-1 0,1 0 0,0 1 0,0-1 0,0-1 0,4 1 0,-4 0-20,0 0 0,0 0-1,0 0 1,-1 0 0,1-1 0,0 1-1,0-1 1,0 1 0,0-1-1,0 0 1,3-2 0,-5 2 15,0-1-1,1 1 1,-1-1 0,0 0-1,0 1 1,0-1 0,0 0-1,0 0 1,0 0 0,0 0-1,-1 0 1,1 0 0,-1 0-1,0 0 1,1 0 0,-1 0-1,0-3 1,1-3 15,-1 0-1,0 0 1,0 0-1,-1 0 1,0 0 0,-1 0-1,1 1 1,-1-1 0,-1 0-1,0 1 1,0-1-1,0 1 1,-1 0 0,-7-11-1,8 14 4,0 0 1,0 1-1,-1-1 0,1 1 0,-1 0 0,1 0 0,-1 1 0,0-1 0,0 1 0,0-1 0,-1 1 1,1 0-1,0 1 0,-1-1 0,1 1 0,-1 0 0,1 0 0,-1 0 0,0 1 0,0 0 0,1 0 1,-1 0-1,0 0 0,1 1 0,-1-1 0,-6 3 0,8-1-6,0-1-1,0 1 1,0 0-1,0 0 1,1 0-1,-1 0 1,1 0-1,-1 0 1,1 1-1,0 0 1,0-1 0,0 1-1,0 0 1,1 0-1,-1 0 1,1 0-1,-1 0 1,1 0-1,0 0 1,0 1-1,1-1 1,-1 0 0,1 0-1,-1 6 1,0 8-16,0 0 1,0 0 0,4 25 0,-2-39 9,-1-1 0,1 0 0,-1 1 0,1-1 1,0 0-1,0 0 0,0 0 0,0 0 0,0 0 0,1 0 0,-1 0 0,1 0 0,-1 0 0,1-1 0,0 1 1,0-1-1,-1 1 0,1-1 0,0 1 0,0-1 0,0 0 0,1 0 0,-1 0 0,0 0 0,0-1 1,4 2-1,-3-2-4,0 1 0,0 0 1,1-1-1,-1 0 0,0 0 1,1 0-1,-1 0 1,0 0-1,1-1 0,-1 1 1,0-1-1,0 0 0,1 0 1,-1 0-1,0-1 1,0 1-1,0-1 0,-1 0 1,5-2-1,-2-1 1,-1 0-1,1 0 1,-1-1-1,0 1 1,-1-1-1,1 0 1,-1 0-1,0 0 1,0 0 0,-1-1-1,2-8 1,0 0 78,-1 0 0,-1-1 0,0 1 0,0-17 0,-3 31-65,1 0 0,0 0 0,0 1 0,-1-1-1,1 0 1,-1 0 0,1 0 0,-1 0 0,1 0 0,-1 0 0,1 1 0,-1-1-1,0 0 1,1 1 0,-1-1 0,0 0 0,0 1 0,1-1 0,-1 1-1,0-1 1,0 1 0,0-1 0,0 1 0,0 0 0,0-1 0,0 1 0,0 0-1,0 0 1,0 0 0,0-1 0,1 1 0,-1 0 0,0 0 0,-2 1 0,-41 4-8,32-1-100,1 0 1,1 1-1,-1 1 0,0 0 0,1 0 1,1 1-1,-1 0 0,-11 11 1,-25 19-1946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55.3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2294 1472,'0'0'7374,"-2"0"-7119,0 0 1,0 0-1,-1 0 0,1 0 1,0 1-1,0-1 0,0 1 1,0 0-1,0-1 0,0 1 1,0 0-1,-1 1 0,-7 11 1551,9-26 466,1-3-2825,4-40 668,2 0 0,24-101 0,0 9-73,69-405 166,-81 446-179,-5 0 0,-3-196 1,-2 30 1,9 62-46,-16 187 13,1 1 0,1 0 0,2 0 0,13-43 1,-9 36-2,-2-1 0,8-60 0,-33 94 156,13-1-137,0 1 1,0 1 0,0-1 0,0 1-1,1 0 1,-1 0 0,1 0 0,0 0-1,-6 10 1,-31 51 111,36-57-135,-3 6 6,1 0 0,0 0 0,1 1 0,1 0 0,0 0 0,1 0 0,0 1 0,2-1 0,-2 23 0,4-38 1,1 1-1,-1 0 1,1 0-1,-1-1 1,1 1-1,0-1 1,-1 1-1,1 0 1,0-1-1,-1 1 1,1-1-1,0 0 1,0 1-1,0-1 1,-1 0-1,1 1 0,0-1 1,0 0-1,0 0 1,0 0-1,0 0 1,0 1-1,-1-1 1,1-1-1,0 1 1,0 0-1,0 0 1,0 0-1,1-1 1,30-4-9,-26 1 9,0 0 0,0 0 0,0-1 0,-1 1 0,1-1 0,-1 0 0,0-1 0,-1 0 0,1 1 0,-1-1 0,0-1 0,-1 1 0,1 0 0,-1-1 0,3-10 0,-2 7 10,-1 0 1,0 0-1,-1-1 0,0 1 1,-1-1-1,0 0 0,0 1 1,-1-1-1,0 0 0,-3-11 1,3 19-10,-1-1 0,0 1 0,-1-1 0,1 1 0,0 0 0,-1 0 0,0-1 0,0 1 1,0 0-1,0 1 0,0-1 0,-1 0 0,1 1 0,-1-1 0,1 1 0,-1 0 0,0 0 0,0 0 1,0 0-1,-6-2 0,1 1 4,0 0-1,0 1 1,0 0 0,0 0 0,0 1-1,0 0 1,-14 0 0,22 2-5,-1-1 0,0 1 0,0 0 0,1-1 0,-1 1 0,0 0 0,1-1 0,-1 1 0,1 0 0,-1 0 0,1-1 0,0 1 0,-1 0 1,1 0-1,0 0 0,-1 0 0,1 0 0,0 0 0,0-1 0,0 1 0,0 0 0,0 0 0,0 0 0,0 0 0,0 0 0,0 0 0,0 0 0,0 0 0,1 1 0,6 32-29,-5-30 27,1 0 0,-1 0-1,1 0 1,0-1 0,0 1 0,0-1 0,1 0 0,-1 0-1,1 0 1,0 0 0,-1-1 0,1 0 0,0 1-1,1-1 1,-1-1 0,0 1 0,0-1 0,7 2 0,-10-3 5,0-1 0,-1 1 0,1 0 1,0-1-1,0 1 0,0-1 0,0 0 1,-1 1-1,1-1 0,0 1 0,-1-1 1,1 0-1,0 0 0,-1 1 0,1-1 1,-1 0-1,1 0 0,-1 0 0,1 0 1,-1 0-1,0 1 0,1-1 0,-1 0 1,0 0-1,0 0 0,0 0 0,0 0 1,0 0-1,0 0 0,0-1 0,1-32 24,-1 31-28,2-15 155,-2 18-188,0 0 0,0 0 0,1 0 0,-1 0 0,0 1 1,0-1-1,0 0 0,0 0 0,0 0 0,1 0 0,-1 0 0,0 0 0,0 0 0,0 0 0,1 0 1,-1 0-1,0 1 0,0-1 0,0 0 0,1 0 0,-1 0 0,0 0 0,0 0 0,0-1 1,1 1-1,-1 0 0,0 0 0,0 0 0,0 0 0,0 0 0,1 0 0,-1 0 0,0 0 1,0 0-1,0 0 0,0 0 0,1-1 0,-1 1 0,0 0 0,0 0 0,0 0 0,0 0 0,0-1 1,0 1-1,1 0 0,-1 0 0,0 0 0,0 0 0,0-1 0,0 1 0,0 0 0,0 0 1,0 0-1,0-1 0,0 1 0,0 0 0,0 0 0,0 0 0,0-1 0,0 1 0,0 0 1,0 0-1,0 0 0,0 0 0,0-1 0,0 1 0,-1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56.6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1930 5321,'0'0'5379,"-2"-24"-4933,0-3-297,-4-139 661,57-311-42,-40 402-746,60-268 820,-21 117-465,-37 159-307,-2 0 1,3-106 0,-14-39-18,10 169-46,-10 42 98,0 6 40,-1 27 136,-2 0-1,-9 41 0,5-39-272,2 1 0,-2 48 0,18-153 177,-9 8-132,0 40-59,-1 0-1,-1 0 1,-1 0 0,-1 0-1,-5-23 1,6 43 7,1 1 1,-1-1-1,1 0 0,-1 0 1,0 1-1,0-1 1,1 0-1,-1 1 0,0-1 1,0 1-1,-1-1 1,1 1-1,0 0 0,0-1 1,-1 1-1,1 0 1,-1 0-1,1 0 0,-1 0 1,-1-1-1,-38-3 332,40 6-324,0-1-1,0 0 0,0 0 0,1 1 0,-1-1 0,0 1 0,0-1 0,0 1 0,0-1 0,1 1 1,-1-1-1,0 1 0,1 0 0,-1-1 0,0 1 0,1 0 0,-1 0 0,1-1 0,-1 1 0,1 0 1,-1 0-1,1 0 0,0 0 0,-1 0 0,1-1 0,0 1 0,0 0 0,0 0 0,-1 0 1,1 0-1,0 2 0,0 38 47,0-31-45,0-9-5,0 0 1,1 0-1,-1 0 1,0-1 0,0 1-1,1 0 1,-1 0 0,1 0-1,-1-1 1,1 1-1,-1 0 1,1-1 0,-1 1-1,1 0 1,0-1 0,-1 1-1,1-1 1,0 1-1,0-1 1,-1 1 0,1-1-1,0 1 1,0-1 0,0 0-1,-1 1 1,1-1 0,0 0-1,0 0 1,0 0-1,0 0 1,0 0 0,-1 0-1,1 0 1,0 0 0,1 0-1,-1 0 231,-1-2-288,1 0 0,-1 1 0,1-1 0,-1 0 0,1 1 0,0-1-1,0 0 1,0 1 0,0-1 0,0 1 0,1 0 0,-1-1 0,0 1 0,1 0 0,-1 0-1,0 0 1,1 0 0,-1 0 0,3-1 0,2-3-1160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57.6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2055 7570,'0'0'7048,"-1"-10"-6533,3-19-328,0-1 0,2 1 0,1 1 0,13-42 1,11-63-10,-17-4-82,-9-215-1,-4 283-96,-32-292 14,0-30-122,33 373 109,0 0 0,1-1 0,1 1 0,1 0 1,1 0-1,0 1 0,10-24 0,38-98-251,-58 191 1186,1-35-926,1 0 0,1 1-1,1-1 1,1 1-1,1 33 1,1-25-13,-1-24-50,1-6-48,4-18 83,-1-1-1,0-1 1,-2 1-1,-1 0 1,0-1-1,-2 1 1,-4-25-1,4 37 1,-1-1-1,-1 1 1,0 0 0,-1 0-1,0 1 1,0-1-1,-1 1 1,-8-12 0,8 18 178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5:59.1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2347 5089,'0'0'8285,"4"-2"-7953,71-28 105,-2-4 1,-1-3 0,-2-4-1,-2-2 1,83-69-1,-90 62-354,-59 48-12,2-1-36,1-1 0,-1 1 0,1 0 0,0 1 0,0-1 0,0 1 0,11-3 0,-1-2-14,49-26-12,-14 7 15,85-32 1,305-104-64,-393 144 38,309-132 38,85-31 14,-275 131-53,-107 35 0,-1-4 0,81-35 0,162-119-112,-32 15 120,-220 136 4,1 2 0,0 3 0,68-15 0,-6 1-6,129-34-67,-39 11 89,-82 24-15,-50 15-3,0 3-1,92-3 1,-96 10 1,0-2 0,123-30 0,96-62 24,-11 3-2,454-188 25,-677 258 56,-72 29-688,0 1 1,1 1-1,-29 10 1,-19 5-5309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00.6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2572 5273,'0'0'5480,"-1"-18"-4607,-6-57-10,7 71-785,0 0 0,1 0 1,-1 1-1,1-1 0,0 0 0,0 0 0,0 1 0,0-1 0,1 0 0,-1 1 0,1 0 0,0-1 0,0 1 0,0 0 0,0 0 0,1 0 0,-1 0 0,1 0 0,0 1 1,0-1-1,0 1 0,0-1 0,0 1 0,1 0 0,-1 1 0,1-1 0,-1 0 0,6 0 0,9-8 124,60-38 206,106-59-264,-148 89 46,1 1 0,0 3 0,55-15 0,95-10 155,-105 24-327,0-3 0,102-38 0,-26-15 52,289-180-1,-407 227-70,-13 8 2,0 2 1,0 0 0,1 2 0,1 2-1,0 0 1,0 2 0,1 1 0,58-6 0,-57 9 1,1-1 0,-1-2 1,-1-1-1,48-20 1,108-62 12,25-10-25,-82 45-3,153-88 1,-253 127 4,9-1 6,0 1-1,1 2 1,0 1-1,1 2 1,0 2-1,82-8 1,-7-2-13,-2-5 1,218-76 0,-252 67 8,-2-4 1,-2-3 0,-1-4 0,128-98-1,-182 128 13,2 1 1,0 2-1,0 0 0,1 1 0,1 2 0,-1 0 1,1 1-1,37-4 0,19-8-19,-39 5 14,-1-2 0,-1-1 0,0-2 0,49-33 0,12-6 37,-57 36-42,0 2 0,2 1 1,0 3-1,49-12 1,-40 13 13,-1-3 0,54-26 1,24-9 7,-98 44 159,0 1 0,1 1 0,48-2 0,-65 5-164,-17-1-36,-29-2-1661,-15 1-4101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02.3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121 809 4889,'0'0'6764,"-7"4"-6089,4-2-723,0 0 195,0 0 1,0 0-1,0-1 0,0 1 0,0-1 1,-1 0-1,1 0 0,0 0 0,0 0 1,-1 0-1,1-1 0,-1 1 0,1-1 0,-1 0 1,1 0-1,-5-1 0,-40-10 988,47 11-1133,1-1-1,0 1 1,-1-1 0,1 1-1,0-1 1,0 1 0,0-1-1,0 1 1,-1-1 0,1 1-1,0-1 1,0 1 0,0-1-1,0 1 1,0-1 0,0 1-1,0-1 1,0 1 0,0-1-1,0 1 1,1-1 0,-1 0-1,0 1 1,0-1 0,0 1-1,1 0 1,-1-1 0,0 1-1,1-1 1,-1 1 0,0-1-1,1 1 1,-1 0 0,0-1-1,1 1 1,-1 0 0,1-1-1,0 1 1,18-15-13,-19 15 13,3-2 15,259-148 720,-234 136-687,2 2 0,-1 1 0,2 1 0,-1 1 1,1 2-1,1 1 0,47-2 0,50 5-1,252-39-1,337-56-6,-549 89-43,-104 8 36,-1-3 0,85-17 0,90-39-17,200-36-12,-357 89-11,139 7 1,-92 3-37,-72-5 43,0-3 0,-1-1 0,80-21 0,-40 9-8,152-7 0,-111 14-30,-43 2 47,-1 4 0,138 11-1,-177-2-8,0-2 0,0-3 0,0-2 0,66-12 0,-75 9-3,1 2 0,57 3 0,-64 2-4,-1-1 0,1-3 0,65-12 0,-21-6-93,-33 6 77,0 3 0,1 2 0,1 2 0,60-1 0,263 9 92,-481 4-418,16 7-1376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05.1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1049 4241,'0'0'6259,"-10"-11"-6026,5 6-210,2 2 27,-1 0-1,1 0 0,0 0 1,0-1-1,1 1 0,-1-1 1,1 0-1,0 0 1,0 0-1,0 0 0,0 0 1,1 0-1,-1 0 0,1 0 1,0-1-1,0 1 1,1 0-1,-1-1 0,1 1 1,0-1-1,1 1 0,-1-1 1,1 1-1,1-7 1,5-15 404,-6 21-209,0 1 0,0 0 1,0-1-1,0 1 0,1 0 1,0 0-1,0 0 0,0 0 1,0 0-1,1 1 0,0-1 1,5-6-1,0 2-237,1-1 0,-1 1-1,2 0 1,-1 0 0,1 1 0,0 1-1,0 0 1,1 0 0,0 1 0,0 0 0,0 1-1,1 0 1,-1 1 0,1 0 0,0 1-1,0 0 1,17 0 0,-16 2 19,0 1 0,0 1-1,0 0 1,0 0 0,-1 2 0,1-1-1,-1 2 1,0-1 0,0 2 0,0-1-1,-1 2 1,0-1 0,0 2 0,11 9-1,-22-17-19,1 0 0,-1 0-1,0 1 1,1-1-1,-1 0 1,1 0 0,-1 1-1,0-1 1,1 0-1,-1 1 1,0-1-1,1 0 1,-1 1 0,0-1-1,0 1 1,1-1-1,-1 0 1,0 1 0,0-1-1,0 1 1,0-1-1,1 1 1,-1-1 0,0 1-1,0-1 1,0 0-1,0 1 1,0-1-1,0 1 1,0-1 0,0 1-1,0-1 1,-1 1-1,1-1 1,0 1 0,0-1-1,0 1 1,0-1-1,-1 0 1,1 1-1,-1 0 1,-22 13 198,-35 3-108,57-17-105,-96 16-272,88-15 207,-1-1 0,1 0-1,0 0 1,0-1 0,0 0-1,0 0 1,0-1-1,-14-5 1,21 7 50,1-1 1,-1 0-1,1 0 0,0 0 0,-1 0 1,1 0-1,0 0 0,0 0 0,0-1 1,0 1-1,0 0 0,0-1 0,0 1 1,0-1-1,1 1 0,-1-1 0,0 1 1,1-1-1,0 1 0,-1-1 0,1 0 1,0 1-1,-1-1 0,1 0 1,0 1-1,0-1 0,1 0 0,-1 1 1,0-1-1,0 1 0,1-1 0,-1 0 1,1 1-1,-1-1 0,1 1 0,0-1 1,0 1-1,1-2 0,1-4-54,0 1 1,1 0-1,0 0 0,0 1 1,1-1-1,-1 1 0,8-7 1,-10 11 73,10-9-4,-1 1 0,2 1 0,22-13 0,-35 21 9,0 0-1,0 1 1,0-1 0,0 0-1,0 0 1,0 0 0,0 0 0,0 1-1,0-1 1,0 0 0,0 0-1,0 0 1,0 1 0,0-1-1,0 0 1,0 0 0,0 0-1,0 0 1,0 1 0,1-1 0,-1 0-1,0 0 1,0 0 0,0 0-1,0 0 1,0 1 0,0-1-1,1 0 1,-1 0 0,0 0-1,0 0 1,0 0 0,0 0-1,1 0 1,-1 0 0,0 1 0,0-1-1,0 0 1,0 0 0,1 0-1,-1 0 1,0 0 0,0 0-1,0 0 1,1 0 0,-1 0-1,0 0 1,0 0 12,-20 29 37,-1-1-1,-1-2 1,-40 38 0,-29 31 142,184-174-568,-62 48-62,-2-1 1,-1-2-1,-2-1 0,-1-1 0,23-43 1,-47 76 383,12-29-210,-12 31 262,-1 1 0,0-1 0,1 1-1,-1-1 1,0 1 0,0-1 0,0 1 0,0-1 0,1 0 0,-1 1 0,0-1 0,0 1-1,0-1 1,0 1 0,0-1 0,0 0 0,0 1 0,-1-1 0,1 1 0,0-1-1,0 1 1,0-1 0,-1 0 0,1 1 0,0-1 0,0 1 0,-1-1 0,1 1-1,0-1 1,-1 1 0,1 0 0,-1-1 0,1 1 0,-1-1 0,1 1 0,-1 0-1,1-1 1,-1 1 0,1 0 0,-1 0 0,1 0 0,-1-1 0,1 1 0,-1 0-1,1 0 1,-1 0 0,0 0 0,-9 1 25,0 1-1,0 0 1,0 1-1,0 0 1,1 1-1,-1 0 1,1 0-1,0 1 1,1 0-1,-16 12 1,0 1 201,1 0 1,-36 38-1,53-50-149,1 0 0,-1 1-1,1-1 1,0 1 0,0 0 0,1 0 0,0 1 0,0-1 0,0 1-1,1 0 1,1 0 0,-1 0 0,1 1 0,-1 10 0,3-18-71,0 0 0,0 0 1,0 0-1,1-1 1,-1 1-1,0 0 0,0 0 1,1-1-1,-1 1 1,0 0-1,1-1 0,-1 1 1,1 0-1,-1-1 1,1 1-1,-1-1 1,1 1-1,-1-1 0,1 1 1,0-1-1,-1 1 1,1-1-1,0 1 0,-1-1 1,1 0-1,1 1 1,29 4 38,32-9-41,-63 4-3,20-4-14,0 0 1,0-1-1,-1-1 0,0-1 1,0 0-1,-1-2 0,20-11 1,117-89-733,5-3 18,-185 130 950,1 2 0,0 0 0,2 2 0,0 1 1,1 0-1,-25 38 0,40-53-165,0 0 0,1 0 1,0 0-1,0 1 0,1 0 0,0 0 0,0 0 1,1 0-1,-3 15 0,6-23-57,0 0 1,0 0-1,0 0 0,0-1 0,0 1 1,0 0-1,0 0 0,0 0 1,1 0-1,-1 0 0,0-1 0,1 1 1,-1 0-1,1 0 0,-1-1 1,1 1-1,-1 0 0,1 0 0,-1-1 1,1 1-1,-1-1 0,1 1 1,0 0-1,0-1 0,-1 0 0,1 1 1,0-1-1,0 1 0,-1-1 0,1 0 1,0 1-1,0-1 0,0 0 1,0 0-1,-1 0 0,1 0 0,0 0 1,0 0-1,0 0 0,0 0 1,0 0-1,1 0 0,45-7-96,-27 1-78,-2-1 1,1-1-1,-1-1 1,0 0-1,27-20 0,83-71-1142,-79 60 617,23-15-631,50-43-322,-177 140 4641,41-27-2782,1 0 1,0 1-1,-12 21 1,21-30-162,0 1 1,0-1-1,1 1 1,0 0-1,1 1 1,0-1-1,0 0 1,1 1 0,0-1-1,0 12 1,1-19-45,0 0-1,0 0 1,0 0 0,1 0 0,-1 0 0,0-1 0,0 1 0,1 0 0,-1 0-1,1 0 1,-1 0 0,0 0 0,1-1 0,0 1 0,-1 0 0,1 0 0,-1-1-1,1 1 1,0-1 0,-1 1 0,1 0 0,0-1 0,0 1 0,0-1 0,-1 1-1,1-1 1,0 0 0,0 1 0,0-1 0,0 0 0,0 0 0,0 0 0,0 0-1,1 1 1,39-3-11,-34 1 9,7-1-30,0-1 1,0 0-1,-1-1 1,1-1 0,-1 0-1,19-11 1,72-49-456,-65 39 199,318-209-4150,-343 225 4431,-12 9 39,1-1 1,-1 0 0,0 1 0,1-1 0,-1 1 0,1 0 0,0 0 0,-1 0 0,1 0 0,0 0 0,-1 1 0,1-1 0,5 0 0,-19 16 2815,-43 37-1564,-86 107 0,136-152-1184,-1 1-1,1-1 1,0 1-1,1 0 0,-5 16 1,7-23-99,0 0-1,1 1 1,-1-1 0,1 0-1,-1 1 1,1-1 0,0 1-1,0-1 1,0 1 0,0-1-1,0 1 1,0-1 0,0 1-1,0-1 1,0 0 0,1 1 0,-1-1-1,0 1 1,1-1 0,0 0-1,-1 1 1,1-1 0,0 0-1,-1 1 1,1-1 0,0 0-1,0 0 1,0 0 0,0 0-1,0 0 1,1 0 0,-1 0-1,0 0 1,0 0 0,0-1-1,1 1 1,-1 0 0,1-1 0,-1 1-1,0-1 1,3 1 0,8 0-51,0-1 0,0 0 1,0 0-1,0-1 0,0-1 1,0 0-1,0-1 0,0 0 1,-1 0-1,0-2 0,1 1 0,-1-1 1,-1-1-1,1 0 0,16-13 1,12-11-588,-1-2 0,50-56 0,-56 55 69,108-110-395,-143 158 2588,-41 56-868,-3 4-66,43-68-614,1-1 1,0 1 0,0 0-1,1 0 1,0 1 0,0-1-1,1 1 1,-1 13 0,2-21-79,0 0 1,0 1 0,0-1-1,0 1 1,0-1 0,0 0-1,1 1 1,-1-1 0,0 1-1,0-1 1,1 0-1,-1 1 1,0-1 0,0 0-1,1 1 1,-1-1 0,0 0-1,1 1 1,-1-1 0,0 0-1,1 0 1,-1 1-1,1-1 1,-1 0 0,0 0-1,1 0 1,-1 0 0,1 0-1,-1 1 1,0-1 0,1 0-1,-1 0 1,1 0-1,-1 0 1,1 0 0,-1 0-1,1 0 1,-1-1 0,1 1-1,20-4-3,-6-3-45,-1 1 0,-1-2 0,1 0 0,-2-1 0,1 0 1,-1-1-1,22-22 0,3-1-213,36-31-919,2 4 0,4 3 0,93-51 0,-172 107 1181,4-1 21,1-1 1,-1 1 0,0 0-1,0 0 1,1 1-1,-1-1 1,1 1-1,-1 0 1,6 0-1,-9 2 112,-1 1-1,1 0 0,-1-1 0,0 1 0,1 0 0,-1-1 1,0 1-1,0 0 0,0 0 0,-1-1 0,1 1 1,0 0-1,-1-1 0,1 1 0,-1 0 0,1-1 0,-2 3 1,-8 17 407,-2 0 0,0-1 0,-26 32 0,-7 11 265,22-28-432,5-10-101,1 1-1,1 1 1,2 0-1,-22 57 1,35-83-271,1 0 0,-1 0 0,1 0 0,0 1 0,-1-1 0,1 0 1,0 0-1,-1 0 0,1 1 0,0-1 0,0 0 0,0 0 0,0 1 0,1-1 0,-1 0 0,0 0 0,0 1 0,1-1 1,-1 0-1,0 0 0,1 0 0,0 0 0,-1 0 0,1 0 0,-1 0 0,1 0 0,0 0 0,0 0 0,0 0 1,0 0-1,-1 0 0,1 0 0,0-1 0,1 1 0,-1 0 0,0-1 0,0 1 0,1 0 0,2 0-9,0-1 0,0 0 1,0 0-1,0 0 0,0 0 0,0 0 0,0-1 0,0 0 0,-1 0 0,1 0 0,6-3 0,11-7-93,-2 0-1,1-2 1,-2 0-1,0-1 1,0-1 0,-2-1-1,20-22 1,-13 14-117,-17 18 167,99-101-3053,125-97 1,-220 196 3023,21-15-147,-30 22 246,0 1 0,1-1 0,-1 0 0,1 0 0,-1 1 0,0-1 0,1 1 0,-1 0 0,1-1 0,-1 1 0,1 0 0,0 0 0,-1 0 0,1 0 0,-1 0 0,1 0 0,-1 0 0,1 0-1,1 1 1,-2 8 1212,-5 5-906,1 0 0,-2-1 1,0 0-1,-1 0 1,0 0-1,0 0 0,-2-1 1,-10 13-1,-12 25 383,8-14-242,15-26-372,0 0-1,1 1 1,0-1-1,0 1 1,1 1-1,1-1 1,0 1-1,0 0 1,-2 19-1,6-31-95,0 1 1,0-1-1,0 1 0,0-1 0,0 1 0,0-1 0,1 0 0,-1 1 0,0-1 0,0 1 0,0-1 0,1 0 0,-1 1 0,0-1 0,0 0 0,1 1 0,-1-1 0,0 0 0,1 0 0,-1 1 0,1-1 0,-1 0 0,0 0 0,1 1 0,-1-1 0,1 0 1,-1 0-1,0 0 0,1 0 0,-1 0 0,1 0 0,-1 0 0,1 0 0,-1 0 0,0 0 0,1 0 0,-1 0 0,1 0 0,-1 0 0,1 0 0,-1 0 0,0 0 0,2-1 0,0 1-4,4-1-11,0 0-1,0 0 1,0 0 0,0-1 0,-1 1-1,1-2 1,-1 1 0,1-1 0,-1 1-1,0-1 1,6-5 0,59-49-512,-37 28-5,-15 15 335,128-96-3816,-130 100 3695,0 1 1,0 0-1,1 1 0,0 0 1,0 2-1,1 0 1,30-5-1,-47 10 380,0 1 0,0 0 0,0 0 0,0 0 0,0 0 0,-1 0 0,1 0-1,0 0 1,0 0 0,0 0 0,0 1 0,0-1 0,-1 0 0,1 1 0,0-1 0,0 0-1,0 1 1,-1-1 0,1 1 0,0-1 0,-1 1 0,1-1 0,0 1 0,-1 0 0,1-1-1,-1 1 1,1 0 0,-1 0 0,1-1 0,-1 1 0,1 1 0,0 1 111,0 1 0,0-1 0,-1 0 0,0 1 0,1-1 0,-1 0 0,0 1 0,-1 6 0,-1 3 252,-1 1-1,-1-1 0,-7 22 0,-18 22 534,22-45-794,1-1 0,0 1 0,0 0-1,1 0 1,1 1 0,0 0 0,1-1 0,-3 25-1,6-36-163,0-1 0,0 1 0,0-1-1,1 1 1,-1-1 0,0 1 0,0-1-1,1 1 1,-1-1 0,0 1 0,1-1-1,-1 1 1,0-1 0,1 0 0,-1 1-1,1-1 1,-1 0 0,1 1 0,-1-1-1,1 0 1,-1 0 0,1 1 0,-1-1-1,1 0 1,-1 0 0,1 0 0,-1 0 0,1 0-1,-1 0 1,1 0 0,-1 0 0,1 0-1,-1 0 1,1 0 0,0 0 0,-1 0-1,1 0 1,0-1 0,23-3-71,-8-3-69,0-1-1,0 0 0,0-1 0,-1-1 0,-1 0 0,0-1 0,16-16 0,14-10-613,-9 10 271,25-21-2298,129-77 1,-182 121 2795,-1 1 0,1 0 1,0 0-1,0 1 0,1 0 1,-1 0-1,0 0 0,1 1 1,13 0-1,-19 27 3292,-4-18-3115,1-1 0,-1 1-1,0-1 1,-1 1 0,0-1-1,0 0 1,0 0 0,-9 12-1,8-13-84,0 1-1,0-1 1,1 1-1,0 0 0,0 0 1,0 0-1,1 0 1,0 1-1,1-1 0,-2 13 1,4-20-110,-1 1 1,1 0 0,0-1 0,-1 1-1,1 0 1,0-1 0,0 1-1,-1-1 1,1 0 0,0 1 0,0-1-1,0 1 1,0-1 0,0 0-1,-1 0 1,1 0 0,0 1 0,0-1-1,0 0 1,0 0 0,0 0-1,0 0 1,0-1 0,0 1 0,1 0-1,28-3-260,-11-3 3,-1 0 0,-1-2 1,1 0-1,-1-1 0,-1 0 0,1-2 1,26-22-1,23-13-1423,-16 14 336,-31 19 356,0 0 0,1 2 0,0 0 0,1 1 1,0 1-1,37-6 7655,-58 16-6501,-4 12 2017,-12 13-2214,15-25 439,-6 9-218,0 0 1,0 0-1,2 0 0,-1 1 1,1 0-1,0 0 1,1 0-1,1 0 0,0 1 1,0-1-1,-1 18 0,4-27-188,0-1 0,1 0 0,-1 1 0,1-1 0,-1 1 0,1-1 0,-1 0 0,1 0-1,0 1 1,0-1 0,-1 0 0,1 0 0,0 0 0,0 0 0,0 0 0,0 0 0,0 0 0,1 0-1,-1-1 1,0 1 0,0 0 0,1-1 0,-1 1 0,0-1 0,1 1 0,-1-1 0,0 1-1,1-1 1,-1 0 0,0 0 0,1 0 0,-1 0 0,1 0 0,1 0 0,60-3-434,-56 2 351,15-4-62,0 0 0,0-2 0,0-1 0,-1 0 0,0-2 0,-1 0 0,28-19 0,-27 15 139,1 1-1,1 2 1,0 0-1,1 1 1,0 2-1,25-7 1,-43 14 60,1 0 0,-1 1-1,0 0 1,1 0 0,-1 0 0,1 1 0,-1-1 0,0 2 0,1-1 0,-1 1 0,0 0 0,0 0 0,0 0 0,0 1-1,-1 0 1,11 7 0,-5-4 109,-6-3-140,-1-1 1,1 0-1,0-1 0,0 1 0,-1-1 1,1 0-1,0 0 0,0 0 0,0-1 1,0 0-1,0 0 0,0 0 0,0-1 1,0 1-1,0-1 0,0 0 0,0-1 1,0 1-1,-1-1 0,1 0 0,0 0 1,-1 0-1,6-5 0,8-5-70,-1-1 1,-1-1-1,0 0 1,15-19-1,-13 14-148,20-22-1487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06.4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109 581 5497,'0'0'4232,"-17"27"-3896,-52 82 88,47-66 343,39-55-356,-11 6-494,99-93 439,-57 50-704,3 2 0,2 3 0,84-55 0,-128 94 331,-6 3 46,0 0 0,0 0 0,0 0 0,0 0 0,0 1 0,1 0 0,-1 0 0,1 0 0,-1 0 0,5-1 0,-17 20 900,0-7-889,1 0 1,0 1 0,1 0 0,1 0 0,0 1 0,1-1 0,0 2 0,0-1 0,2 0 0,0 1 0,0-1 0,1 1 0,0 14 0,2-27-42,1 0 1,-1 0-1,0 0 1,1 0 0,-1-1-1,0 1 1,1 0-1,-1 0 1,1-1-1,-1 1 1,1 0-1,0-1 1,-1 1-1,1 0 1,0-1-1,-1 1 1,1-1-1,0 1 1,0-1-1,-1 0 1,1 1-1,0-1 1,0 0-1,0 1 1,-1-1-1,1 0 1,0 0-1,0 0 1,0 0-1,0 0 1,0 0-1,0 0 1,-1 0-1,1 0 1,0 0-1,0 0 1,0 0-1,0-1 1,0 1-1,-1 0 1,1-1-1,1 0 1,42-16-171,-24 0-105,-1 0 0,0-2 0,-2 0 0,0-1 0,-1 0 0,17-29 0,-6 11-413,127-194-5947,-93 130 6280,-67 113 3038,-23 38 1517,14-24-3711,1 1-1,2 1 1,-17 49-1,29-75-470,-1 0 0,1 0-1,-1 0 1,1 0-1,0 1 1,-1-1 0,1 0-1,0 0 1,0 0-1,0 1 1,0-1 0,0 0-1,0 0 1,0 0-1,1 1 1,-1-1 0,0 0-1,1 0 1,-1 0-1,1 0 1,-1 0 0,1 1-1,-1-1 1,1 0-1,0 0 1,0 0 0,-1-1-1,1 1 1,0 0-1,0 0 1,0 0 0,1 0-1,1 0-11,0 0 0,0-1 0,0 0-1,0 1 1,-1-1 0,1 0 0,0 0-1,0-1 1,0 1 0,0-1 0,0 1-1,5-3 1,8-2-71,0-2-1,-1 1 1,0-2-1,17-11 1,134-114-2257,-93 69 164,-1 3-702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06.5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179 1 5681,'0'0'2530,"-21"28"-1320,-70 92-190,82-107-898,-37 53 782,44-62-856,0 0 0,1 0 1,-1 1-1,1-1 0,0 0 0,0 0 0,0 1 1,1-1-1,-1 1 0,1 4 0,0-8-46,0-1 0,0 1-1,1 0 1,-1-1 0,0 1 0,0 0-1,1-1 1,-1 1 0,0-1-1,0 1 1,1 0 0,-1-1 0,1 1-1,-1-1 1,1 1 0,-1-1-1,1 1 1,-1-1 0,1 0 0,-1 1-1,1-1 1,-1 1 0,1-1-1,0 0 1,-1 0 0,1 1 0,0-1-1,-1 0 1,1 0 0,0 0 0,-1 0-1,2 0 1,25 1-27,-21-1 17,9-1-14,0 1 0,0-2 0,-1 0 0,1-1-1,-1 0 1,0-1 0,17-7 0,-1-3-297,-2-1 0,38-26 1,87-65-2859,-85 58 355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06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0 1352,'0'0'8026,"-24"187"-7618,17-159-128,3-6-152,4-9-64,0-7-64,18-6-264,13-19-336,26-34 320,-8 8-1000,-4-8-921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07.7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4 785 1024,'0'0'9876,"-2"9"-9986,0 19-220,2-28 318,0 0-1,1 1 0,-1-1 1,0 0-1,1 1 1,-1-1-1,0 0 1,0 1-1,1-1 0,-1 0 1,1 1-1,-1-1 1,0 0-1,1 0 0,-1 0 1,0 1-1,1-1 1,-1 0-1,1 0 0,-1 0 1,1 0-1,-1 0 1,1 0-1,-1 0 1,0 0-1,1 0 0,-1 0 1,1 0-1,-1 0 1,1 0-1,-1 0 0,0 0 1,2-1-1,8-3-258,0-1-1,0 0 0,0-1 0,10-8 1,-13 9 100,38-28-384,-2-2-1,54-54 0,-87 78 684,-3 6-54,-1-1 0,1 1 0,0 0 1,1 0-1,-1 1 0,1 0 0,0 0 0,0 1 0,0 0 0,1 1 0,-1 0 0,1 0 0,-1 0 0,1 1 1,0 1-1,-1-1 0,17 3 0,19 17 1007,-29-16-1078,0 0 0,0-2 0,0 1-1,0-2 1,1 0 0,-1-1 0,0 0-1,0-1 1,1-1 0,-2 0 0,1-1 0,0-1-1,-1 0 1,15-8 0,3-3-95,-1-2 0,-1 0 0,-1-2 1,52-46-1,-74 60 131,-4 4 21,-1 0 0,1 0 0,-1 0 0,0 0 0,0 0 0,1-1 0,-2 1 0,1 0 0,0-1 0,0 0 0,2-6 2802,-2 10-2861,0 0 1,0-1-1,0 1 1,0-1 0,0 0-1,0 0 1,0 1-1,0-1 1,1-1-1,-1 1 1,0 0 0,3-1-1,7-1 3,4 2 30,-4 1-113,1 0-1,-1-1 1,1-1 0,-1 0-1,1-1 1,-1 0 0,0-1-1,0 0 1,0-1 0,0 0-1,12-7 1,11-11-26,0-2-1,43-39 1,-77 75 379,-1-10-260,0 0-1,0 0 1,0 0-1,0 0 1,0 0-1,0 0 1,0 0 0,0 0-1,1 0 1,-1 0-1,1 0 1,0 0 0,0 0-1,-1 0 1,1 0-1,0-1 1,0 1-1,1 0 1,1 2 0,13-4-248,0 0 1,0-1-1,0 0 1,0-2-1,0 0 1,0 0 0,0-2-1,24-9 1,-3-3-558,-1-2 1,45-30 0,-25 14 3847,-56 34-2992,-13 3 356,-24 9-79,0 2 0,1 1-1,0 3 1,-65 39 0,101-56-340,0 0 0,-1 0 1,1 0-1,-1 0 0,1 1 0,-1-1 1,1 0-1,-1 0 0,1 1 1,0-1-1,-1 0 0,1 0 0,-1 1 1,1-1-1,0 1 0,0-1 1,-1 0-1,1 1 0,0-1 0,-1 1 1,1-1-1,0 0 0,0 1 1,0-1-1,0 1 0,-1-1 0,1 1 1,0-1-1,0 1 0,0-1 1,0 1-1,0 0 0,15 5-59,25-6-179,-22-5 98,1-1 0,-1 0 0,0-1 0,0-1 0,-1-1 0,0 0 0,0-1 0,22-19 0,6-1-309,-12 10 109,0 0 193,-2-1 1,0-1-1,45-42 0,-76 64 192,0 0 0,1-1 0,-1 1 0,0 0 0,0 0-1,0-1 1,0 1 0,0 0 0,0 0 0,0-1-1,0 1 1,0 0 0,0 0 0,0-1 0,0 1 0,-1 0-1,1 0 1,0-1 0,0 1 0,0 0 0,0 0-1,0-1 1,0 1 0,-1 0 0,1 0 0,0 0 0,0-1-1,0 1 1,-1 0 0,1 0 0,0 0 0,0 0-1,0 0 1,-1-1 0,1 1 0,0 0 0,0 0 0,-1 0-1,1 0 1,0 0 0,0 0 0,-1 0 0,1 0-1,0 0 1,0 0 0,-1 0 0,1 0 0,0 0 0,0 0-1,-1 0 1,1 0 0,0 0 0,0 0 0,-1 0-1,1 0 1,0 1 0,0-1 0,-1 0 0,-18 0 34,19 0-76,-10 1 97,0 0-1,1 1 1,-1 0 0,1 1 0,-1 0-1,1 0 1,0 1 0,0 0 0,0 1-1,-14 11 1,22-16-90,0 0-1,1 0 1,-1 1-1,1-1 1,-1 0-1,0 1 1,1-1-1,-1 0 1,1 1 0,0-1-1,-1 1 1,1-1-1,-1 1 1,1-1-1,-1 1 1,1-1-1,0 1 1,0 0 0,-1-1-1,1 1 1,0 0-1,0-1 1,0 1-1,-1-1 1,1 1 0,0 0-1,0-1 1,0 1-1,0 0 1,0-1-1,0 1 1,0 0-1,1-1 1,-1 1 0,0 0-1,0-1 1,0 1-1,1-1 1,-1 1-1,0 0 1,1-1-1,-1 1 1,0-1 0,1 1-1,-1-1 1,1 1-1,-1-1 1,1 1-1,-1-1 1,1 0 0,-1 1-1,1-1 1,0 0-1,-1 1 1,1-1-1,-1 0 1,2 1-1,38 11 154,55-2 44,0-4 1,114-6-1,-175-1-380,32-2-1753,-25-3-3729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09.4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7666,'0'0'4810,"19"0"-4617,300 27 1090,-214-17-1102,116-6 0,-190-4-175,-31 0-6,37 4-118,-37-4 47,1 1-1,0-1 1,0 1-1,0-1 0,0 1 1,0-1-1,0 1 1,0 0-1,-1 0 1,1-1-1,0 1 1,-1 0-1,1 0 1,0 0-1,-1 0 1,1 0-1,-1 0 0,0 0 1,1 0-1,-1 0 1,0 0-1,1 0 1,-1 0-1,0 0 1,0 0-1,0 1 1,1 12-2790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09.8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266 0 7338,'0'0'2107,"3"6"-2010,-1-2-40,0-1 0,-1 1 0,1 0 0,-1-1-1,0 1 1,0 0 0,-1 0 0,1 0 0,-1 0 0,1 0 0,-1 0 0,-1 0 0,1-1-1,0 1 1,-1 0 0,0 0 0,0 0 0,0 0 0,0-1 0,-1 1 0,0 0 0,1-1-1,-1 1 1,0-1 0,-1 0 0,1 0 0,-1 0 0,-3 4 0,-42 48 766,-3-3 0,-76 61 1,123-109-736,2-3-45,0 0 0,0 0 1,1 1-1,-1-1 1,0 1-1,1 0 1,-1-1-1,1 1 1,0 0-1,-1 0 0,1 0 1,0 0-1,-1 2 1,31-2 45,166 4 407,-163-5-758,0 1 0,-1 2-1,1 1 1,-1 1 0,51 18 0,-23-3-2378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10.5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6817,'0'0'5498,"11"17"-5429,6 6-49,59 88 108,-65-94-77,-1 1 0,-1 1 0,0-1 0,-2 1-1,6 21 1,-8-6 186,-1 0 0,-1 0 0,-3 47 1,0-44 323,0-33-166,0-18 324,1 3-659,0 0 0,1 0 1,0 1-1,1-1 1,0 1-1,1 0 1,9-18-1,41-69 56,-51 94-117,7-12-29,0 0 0,2 1 0,0 0 0,0 1 0,22-18 0,39-23-3138,-37 31-2461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10.8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73 8258,'0'0'4710,"-3"14"-4675,2-9-31,-1 0-1,1 1 0,0-1 0,0 1 0,0-1 0,1 1 0,-1-1 0,1 1 0,1-1 0,-1 1 0,1-1 0,0 1 1,0-1-1,1 0 0,-1 1 0,1-1 0,5 9 0,2 0 9,0 1 0,2-2 0,0 1 0,23 21 0,-28-30-11,0 0 1,1 0-1,0-1 1,0 1-1,0-2 1,0 1 0,1-1-1,-1 0 1,1 0-1,0-1 1,0 0-1,10 1 1,-10-2-27,1 0 0,-1-1 1,0 0-1,1-1 0,-1 1 1,0-1-1,0-1 0,0 0 0,0 0 1,0 0-1,0-1 0,12-6 1,-14 5 9,-1 0 0,0 0 0,0-1 0,0 0 0,0 1 0,-1-2 0,1 1 0,-1 0 0,-1-1 0,1 0 0,-1 0 1,0 0-1,0 0 0,-1 0 0,1-1 0,0-7 0,0 5 76,-1 0 1,0 0-1,-1-1 0,0 1 0,0 0 1,-1-1-1,0 1 0,-1 0 0,-3-18 1,3 22 15,-1 0 0,0 0 0,0 1 0,0-1 0,-1 1 0,1 0 0,-1-1 0,0 1 0,0 0 0,-1 1 0,1-1 0,-1 0 0,0 1 0,0 0 1,0 0-1,0 0 0,0 1 0,-1-1 0,-6-2 0,-2 0-2,-1 1 1,1 0 0,-1 1 0,0 0-1,0 1 1,0 1 0,-14 0-1,27 1-85,-1-1-1,1 1 1,0 0-1,-1 0 1,1 0-1,-1 0 1,1 1-1,0-1 1,-1 0-1,1 0 1,0 1-1,-1-1 1,1 1-1,0-1 1,-1 1-1,1 0 0,0 0 1,0-1-1,0 1 1,0 0-1,0 0 1,0 0-1,-1 2 1,0 0-332,1 0 0,1 1 0,-1-1 0,0 0 1,1 1-1,0-1 0,0 1 0,0 5 0,0-7 116,0 20-5189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11.1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9394,'0'0'3177,"35"228"-2713,-7-58-40,-7 1-8,-3-20-72,-4-24-104,-7-48-48,10-4-88,4-11-104,0-55 0,7-9-640,-13-9-2297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11.3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55 6089,'0'0'1090,"29"-9"-797,4-2-168,-13 4-24,1 0-1,0 1 1,0 2 0,1 0 0,-1 1 0,39 0 0,-51 3-10,0 0 0,0 0 0,0 1-1,1 0 1,-1 1 0,0 0 0,-1 0 0,1 1-1,15 7 1,-20-7 24,0-1 0,-1 1 0,1 0 0,-1 0 1,0 0-1,0 1 0,0-1 0,0 1 0,0 0 0,-1 0 0,0-1 0,0 2 0,0-1 0,0 0 0,-1 0 0,0 1 0,1-1 0,-1 0 0,-1 1 0,1-1 0,-1 9 1,0-5 65,0 1 0,-1 0 1,0 0-1,-1-1 1,0 1-1,0-1 1,-1 0-1,0 1 1,-1-1-1,0 0 1,0-1-1,0 1 0,-1-1 1,0 0-1,0 0 1,-1 0-1,0-1 1,-13 11-1,-5 3 71,-1-1 1,-1-1-1,-1-2 0,-28 14 1,51-28-229,-11 6 43,1 0-1,-1-1 0,-1-1 1,1 0-1,-25 4 0,39-10-71,0 0 0,0 1 0,0-1 0,0-1 0,0 1 0,0 0 0,-1 0-1,1 0 1,0-1 0,0 1 0,0 0 0,0-1 0,0 1 0,0-1 0,0 1 0,0-1 0,0 0-1,0 1 1,0-1 0,1 0 0,-1 0 0,0 1 0,0-1 0,1 0 0,-1 0 0,0 0-1,1 0 1,-1-1 0,-7-30-876,8 31 873,-1-50-2650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11.7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19 210 9722,'0'0'2930,"27"18"-2865,4 2-58,51 24 0,-80-43-8,1 0 0,-1 0 0,1-1 0,-1 1 0,1-1 0,-1 0 0,1 1 0,0-1 0,-1 0 1,1-1-1,-1 1 0,1 0 0,-1-1 0,1 0 0,-1 1 0,1-1 0,-1 0 0,0 0 0,1 0 0,-1-1 1,0 1-1,0 0 0,0-1 0,0 0 0,0 1 0,0-1 0,-1 0 0,1 0 0,0 0 0,-1 0 0,1 0 0,-1 0 1,0-1-1,0 1 0,0 0 0,0-1 0,1-2 0,2-2-6,1-6-1,0 0 0,-1 1 0,-1-1 0,0-1 0,0 1 0,-1 0 0,-1-1 0,0 1-1,-1-1 1,-1 1 0,0-1 0,-3-15 0,3 26 11,0 0-1,-1 0 1,1-1-1,-1 1 1,1 0-1,-1 1 1,0-1-1,0 0 1,0 0-1,0 1 1,-1 0-1,1-1 1,-1 1-1,1 0 1,-1 0-1,0 0 1,0 0-1,0 1 1,0-1-1,0 1 1,0 0-1,0 0 1,-1 0-1,1 0 1,0 0-1,-1 1 1,1-1-1,0 1 1,-1 0-1,1 0 1,-1 1-1,1-1 1,0 1-1,-1-1 1,1 1-1,0 0 1,0 0-1,-1 0 1,1 1-1,0-1 1,-4 3-1,0 2 48,-1 0-1,1 1 1,0 0-1,0 0 1,1 0-1,0 1 1,0-1-1,1 2 1,0-1-1,-5 13 0,-2 4 248,2 0-1,-12 45 0,14-36-2,1 1-1,2 0 1,2 0 0,1 0 0,2 0 0,1 0 0,10 63 0,-7-85-254,0 0 0,0-1 0,1 1 0,1-1-1,0 0 1,0-1 0,1 0 0,1 0 0,0 0 0,0-1 0,1 0 0,0-1 0,1 0 0,0 0 0,1-1-1,12 8 1,2-2-91,0 0 0,0-2-1,1-1 1,1-1-1,0-2 1,40 9 0,22-6-1194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18.4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37 129 272,'0'0'6784,"0"-21"-5358,-1-63-58,1 83-1309,0 0 0,0 0 0,0 0 0,0 0 0,0 0 0,0 0 0,0 0 0,0 0 0,0 0 0,0 1 0,0-1 0,-1 0 0,1 0 0,0 0 0,-1 0-1,1 0 1,0 0 0,-1 1 0,1-1 0,-1 0 0,0 0 0,1 1 0,-1-1 0,1 0 0,-1 1 0,-1-2 0,-6 10 2054,1 19-1912,3 1 1,0 0-1,1 0 0,2 0 1,4 50-1,-1-4-81,-2-70-119,0 0 0,0 0 0,0-1 0,1 1 0,-1 0 0,1 0 0,0 0 0,2 4 0,-3-7-17,1 0 1,0 0-1,0 0 1,0 0-1,0 0 1,0 0-1,0 0 1,0 0-1,0 0 1,0 0-1,0-1 1,1 1-1,-1 0 1,0-1-1,0 1 1,1-1-1,-1 0 1,0 1-1,1-1 1,-1 0-1,0 0 0,1 0 1,-1 0-1,1 0 1,1 0-1,-3 0-91,1 0-1,-1 0 1,1 0-1,0 0 1,-1 0-1,1 0 1,-1 0-1,1-1 1,-1 1-1,1 0 1,-1 0-1,1-1 1,-1 1-1,1 0 1,-1-1-1,1 1 1,-1 0-1,1-1 1,-1 1-1,1-1 1,-1 1-1,0-1 1,1 1-1,-1-1 1,0 1-1,1-1 1,-1 1-1,0-1 1,0 1-1,0-1 1,0 0-1,1 1 1,-1-1-1,0 1 1,0-1-1,0 0 1,0 1-1,0-2 1,1-26-5876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19.1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165 1 7586,'-165'42'1428,"209"-29"-456,-2 1 1,1 2 0,49 28-1,-25-7-582,-13-6-58,1-2 0,96 35 0,154 14-86,-244-63-227,-1 2-1,0 3 0,-2 2 0,-1 3 1,75 44-1,3 4 43,-69-38-49,94 64 0,-137-82-10,100 66 14,-106-73-15,1-1 0,0-1 0,1 0 0,0-2 0,31 8 0,52-1 11,-59-9-4,73 17 1,-106-19-9,1 2 0,-1-1 1,1 1-1,-1 1 0,-1 0 0,1 0 1,0 1-1,-1 0 0,0 0 1,-1 1-1,13 14 0,-14-12 1,-1 1 1,0 0-1,0 0 0,-1 0 0,-1 1 0,5 14 0,-5-12 5,1 1 0,1-1-1,11 20 1,-6-20-2,1-1 1,0 1-1,0-2 0,2 0 1,-1 0-1,1-1 0,1-1 1,-1 0-1,1-1 0,27 10 1,-24-11-3,0 1 0,-1 1 0,0 1 0,-1 0 0,0 1 0,-1 1 0,0 0 0,17 19 1,-21-18-3,1 0 1,1-1 0,0 0-1,1-1 1,0 0 0,23 12-1,-3-5 5,68 25-1,-23-8-6,-73-32 7,-1 0 0,0 0 1,0 1-1,0 0 0,-1 0 1,1 0-1,-1 0 0,0 1 0,0 0 1,-1 0-1,1 0 0,3 8 1,-3-4 25,-1 0 0,2-1 0,-1 1 0,1-1 1,0 0-1,1 0 0,0-1 0,0 1 0,0-1 1,1-1-1,0 1 0,0-1 0,1 0 0,0-1 1,0 0-1,0 0 0,1-1 0,0 0 0,14 5 1,-22-9-31,0 0-1,0 0 1,0 0 0,1 1 0,-1-1 0,0 1 0,0-1-1,0 1 1,0-1 0,0 1 0,0 0 0,0-1 0,0 1-1,-1 0 1,1 0 0,0-1 0,0 1 0,0 0 0,-1 0-1,1 1 1,17 19-104,-17-39-4686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21.3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0 2505,'0'0'9159,"-4"4"-9108,0 1-2,1-1 1,0 1-1,1-1 1,-1 1 0,1 0-1,0 0 1,0 0-1,1 1 1,0-1 0,0 0-1,0 1 1,0-1 0,1 0-1,0 1 1,0-1-1,1 7 1,1 18 693,9 49 0,-11-77-737,1 0-1,-1 0 0,1-1 1,-1 1-1,1 0 1,0-1-1,0 1 0,0 0 1,0-1-1,0 1 1,0-1-1,0 0 0,0 1 1,0-1-1,1 0 0,-1 0 1,1 0-1,-1 0 1,1 0-1,-1 0 0,1 0 1,-1 0-1,1-1 1,0 1-1,0 0 0,-1-1 1,4 1-1,4 0-6,0 0 0,0-1 0,1 0 0,11-2 0,4 1 65,159 2 397,-178-1-456,1 1 0,-1 0 0,0 1 0,0 0 1,0 0-1,0 0 0,0 0 0,-1 1 0,1 0 0,-1 0 0,1 1 0,5 4 0,8 9 110,32 33-1,3 3 147,-31-35-221,0-2 0,2-1-1,0-1 1,0-1 0,35 12 0,139 36 35,-150-50-69,-1 3 0,-1 1 0,0 3 0,-1 2 0,50 29 0,-31-4 1,-50-32-1,1 0 0,1-2 0,0 0 1,0-1-1,1-1 0,1 0 0,-1-2 0,29 9 0,69-6-78,-85-9 72,0 2 0,50 10 0,-71-11 3,0 1-1,-1 1 1,1 0 0,0 0-1,-1 1 1,0 0-1,0 1 1,0-1-1,-1 2 1,0-1-1,13 15 1,30 45 45,-40-49-44,1-1 0,27 28 0,-33-38-3,0-1 1,1-1-1,-1 1 0,1-1 0,0 0 0,0-1 1,0 1-1,0-1 0,1-1 0,-1 1 0,11 1 1,-13-3-2,52 9 14,97 31 0,-135-34-12,-1 1 0,0 0-1,-1 1 1,0 1 0,0 1-1,-1 0 1,0 1 0,-1 1-1,15 16 1,-16-15 3,1 0 0,23 16 0,26 21 12,-49-38-23,0 0 0,1-2 0,0 0 0,1-1 0,24 11 0,-23-10 33,-17-10-108,0 1 0,1-1 0,-1 0 0,0 0 0,1 0 0,0 0-1,-1-1 1,1 1 0,-1 0 0,1-1 0,0 1 0,0-1 0,-1 1 0,1-1 0,0 0 0,2 0 0,-6-28-115,2 26 200,-1 0 0,1 0 0,-1 1 0,0-1 0,0 0 0,0 1 0,0-1-1,0 0 1,0 1 0,0-1 0,-1 1 0,1 0 0,0-1 0,-1 1 0,0 0 0,1 0 0,-1 0 0,1 0 0,-1 0 0,-2-1-1,-40-2 90,40 4-92,2 0 6,-2 1-20,3 10 112,40-10 687,-26-1-770,0-1-1,-1-1 1,1 0 0,-1 0 0,1-1-1,-1-1 1,0 0 0,0 0 0,-1-1-1,1-1 1,-1 0 0,0 0 0,-1-2-1,15-11 1,4-8-63,-1-2 0,-1-1 0,28-41 0,-32 41 80,33-35-142,127-113-1,-100 102-334,-55 51 367,11-12 10,-38 36 131,0 1-120,-1 0 39,1 0-1,0 1 1,0-1-1,-1 0 0,1 1 1,0-1-1,-1 1 1,1-1-1,0 1 1,-1-1-1,1 1 1,-1-1-1,1 1 1,-1 0-1,1-1 1,-1 1-1,1 0 1,-1-1-1,0 1 1,1 0-1,-1 0 1,0-1-1,1 1 1,-1 0-1,0 0 1,0 0-1,0 1 17,0-1 0,-1 1-1,1-1 1,-1 0 0,1 1 0,-1-1-1,1 0 1,-1 1 0,0-1 0,0 0-1,1 0 1,-1 0 0,0 0 0,0 1 0,0-1-1,0-1 1,0 1 0,-1 0 0,0 1-1,-31 17 16,17-11-6,-9 6-14,-266 160 560,201-114 386,-94 79 0,128-96-598,54-40-356,17-20-86,318-340-274,-164 170-346,-154 168 686,-20 20 79,-31 27 1,-205 214 261,110-103 189,-115 135 410,232-255-846,15-18-74,0-1 0,0 1 0,0-1 0,0 0 0,0 0 0,0 1 0,0-1 0,0 0 1,0 0-1,0 0 0,0 0 0,0 0 0,0 0 0,0-1 0,0 1 0,0 0 0,0-1 0,0 1 0,0 0 1,1-2-1,17-7-61,-1-1 0,0-1 0,-1-1 0,30-26 0,63-68-205,-83 79 203,12-12-74,-11 14 43,-2-1-1,0-2 0,-2 0 1,40-63-1,-63 90 109,0-1-1,-1 1 1,1-1-1,0 0 1,-1 1-1,1-1 1,-1 0-1,0 1 1,1-1-1,-1 0 1,0 0-1,0 1 1,0-4-1,-1 5 4,1-1 1,0 0-1,0 1 0,-1-1 0,1 0 0,0 1 1,-1-1-1,1 1 0,-1-1 0,1 1 0,0-1 1,-1 1-1,0-1 0,1 1 0,-1-1 0,1 1 1,-1 0-1,1-1 0,-1 1 0,0 0 0,1-1 1,-1 1-1,-1 0 0,-2-1 20,0 1 1,-1 0-1,1 0 1,-1 0-1,1 0 0,0 1 1,-1 0-1,1-1 1,-5 3-1,-4 2 23,1 0 0,0 1 0,0 0-1,1 1 1,-1 1 0,1 0 0,1 0 0,0 1 0,-16 17 0,-7 11 52,-36 52 1,47-55-668,1 0-1,2 1 1,-27 68-1,37-73-4532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22.1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338 0 6105,'0'0'7329,"-23"13"-6809,-1 0-434,-7 4 55,0 2 0,-50 39 0,32-20 250,18-15 306,-37 35 1,69-58-695,-1 0 0,0 0 0,1 0 0,-1 0 0,0 0 0,1 0 0,-1 0 0,0 0 0,1 0 0,-1 0 0,0 0-1,1 1 1,-1-1 0,0 0 0,1 0 0,-1 0 0,0 0 0,0 1 0,1-1 0,-1 0 0,0 0 0,0 0 0,1 1 0,-1-1 0,0 0 0,0 0 0,1 1 0,-1-1 0,0 0 0,0 1 0,0-1 0,0 0 0,0 1 0,0-1 0,1 0 0,-1 1 0,0-1 0,0 0 0,0 1 0,0-1 0,0 0 0,0 1 0,0-1 0,0 0 0,0 1 0,-1-1 0,1 0-1,0 1 1,0-1 0,0 0 0,0 1 0,0-1 0,0 0 0,-1 0 0,1 1 0,0-1 0,-1 1 0,31-8-86,-9-2 18,-1 0 1,-1-2-1,32-21 0,-2 1-65,5-2-34,83-45-226,-197 108 492,-128 59 652,163-76-627,20-10-87,0 0-1,-1-1 0,1 1 1,0-1-1,-1 0 0,1-1 1,-1 1-1,1-1 0,-1 0 1,0 0-1,-9-1 0,28-7-293,108-69-2755,-55 30-3336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22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77 143 6193,'0'0'8673,"-16"4"-8234,-44 13-217,189-54-82,149-64-1,-253 87-133,-18 6 82,-17 5 210,-2 2-365,1 1 0,-1 1 0,1 0-1,0 1 1,-1 0 0,1 0 0,0 1 0,0 1 0,1 0 0,-1 1-1,1 0 1,0 0 0,-16 12 0,-7 8-2156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24.6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3031 51 4921,'0'0'4702,"-7"-8"-3809,-26-23 232,30 29-997,0 1-1,0-1 0,0 1 1,0 0-1,0 0 1,0 0-1,0 0 0,0 1 1,0-1-1,0 1 1,-1 0-1,1 0 1,0 0-1,0 0 0,-1 0 1,1 1-1,-4 1 1,-1-1 100,-1 1-163,0 1-1,0 0 1,1 0-1,-1 1 1,1 0 0,0 0-1,0 1 1,0 0 0,0 0-1,-8 10 1,-42 23 72,46-32-123,-221 114 437,178-87-150,1 2 0,-53 44-1,45-25-141,-4-4-1,-1-2 0,-113 60 1,153-97-47,0-1 0,-1-1 0,0-1 0,0-1 1,-57 5-1,-148-5 247,184-8-307,-252 1 179,274-1-199,0-1 0,0-2 1,0-1-1,0-1 1,1-1-1,0-1 1,0-2-1,-46-24 1,6-12-20,47 32 8,0 0 0,-1 2 0,-39-20 0,51 28-29,1 0 0,0-1 0,0 0 0,0 0 0,1-1 0,0 0 0,0 0 0,1 0 0,-1-1 0,-6-11 0,-29-30-7,27 36 26,-2 1 0,1 0 0,-2 1 0,1 1 0,-23-10 0,-93-29 36,95 35-34,-38-13-2,-67-22 18,109 43-271,35 29 176,6-3 64,1 0 0,0-1 1,2 0-1,0-1 1,2 0-1,14 17 1,-19-24 1,-5-7 1,-2-3 0,1 0 0,-1 0 0,1-1 0,0 1 0,-1 0 0,1 0 0,0-1 0,0 0 0,0 1 0,0-1 0,0 0 0,0 0 0,0 0 0,4 2 0,-5-3 51,-7-28 64,0 16-113,-1 0 1,0 1-1,-16-19 1,14 18 1,1 0 0,-1 0-1,-5-13 1,9 14-820,10 22-1088,3 7-1613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28.1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1 356 3233,'0'0'4718,"3"0"-4327,0 0-1,0 0 1,1 0 0,-1 0-1,0 1 1,0-1-1,1 1 1,-1 0 0,4 2-1,5 8-9,0 2-1,-1 0 0,-1 0 1,17 27-1,9 12-41,-22-35-281,0 0 0,1-1 0,27 23 0,-33-33-47,-1 0-1,1-1 1,0 0-1,0 0 1,0-1-1,1 0 1,0-1-1,0 0 1,18 3-1,9 0 68,1 2 0,-1 1 1,-1 1-1,58 26 0,-66-26-53,-1-2 0,1-1-1,0-1 1,0-2 0,1 0 0,-1-2 0,36-2 0,31 4 25,-92-4-49,168 8 39,-146-9-36,0-1 1,-1 0 0,1-2 0,44-12-1,-18 3 2,0 2-1,1 2 0,1 3 1,-1 2-1,71 4 0,-101-2-7,1 0 1,-1-2-1,0 0 0,-1-2 0,1 0 0,-1-1 0,0-2 1,22-11-1,17-6 17,-41 20-14,0 1-1,1 0 1,0 2 0,-1 0 0,1 2 0,37 1-1,-31 0 2,0-1-1,0 0 0,30-8 1,-27 1-7,0-2 0,-2 0 0,1-2 0,-1-2 0,-1 0 0,0-1 0,-1-2 0,-1-1 1,-1 0-1,0-2 0,27-32 0,106-115-56,-139 150 58,1 1 0,38-26 0,15-13-11,-67 51 10,1 1 1,-1 0 0,1 0-1,0 0 1,0 0-1,0 1 1,0 0-1,1 0 1,-1 0 0,0 1-1,1 0 1,7-1-1,6-2-2,22-6-2,1 1 0,49-3 0,-78 10 6,-1 2-1,1 0 1,-1 0-1,1 2 1,-1-1-1,0 1 1,0 1 0,0 0-1,0 1 1,0 0-1,-1 1 1,15 8-1,42 33-7,32 20 25,-88-59-6,1-1 1,-1-1-1,1 0 1,0-1-1,0 0 0,25 3 1,-24-5-8,0 0 1,-1 1-1,1 1 0,0 0 1,-1 1-1,0 0 0,0 1 1,0 1-1,-1 0 1,0 0-1,0 2 0,-1-1 1,0 1-1,-1 1 0,0 0 1,0 0-1,12 19 1,-1-8 2,0 0 1,1-2 0,0 0-1,29 17 1,-17-12 15,42 39-1,-38-28 5,1-2 0,72 49 0,-88-68-25,-1-1 1,2-2 0,-1 0-1,1-1 1,1-2 0,0 0-1,33 5 1,70 7 29,219 65 0,-316-76-25,0-2 0,1 0 0,58 3 0,97-9-9,28 3 11,-150 4-1,-39-3-6,46 1 0,73-7 12,258 7 43,-374-4-63,0-1-1,-1-1 1,1-2 0,0-1-1,0-1 1,-1-1 0,54-18-1,-41 8 9,1 1 1,1 2-1,0 2 0,1 2 0,52-3 1,-38 5-6,-1-2 0,0-2 1,84-28-1,-49 9 8,2 4 0,165-23 0,-239 45-2,-1 0-1,0-1 0,0-1 0,0-1 1,-1-1-1,0-1 0,29-16 0,6-9 2,53-43 0,31-20 0,-18 17 5,31-17-20,-137 90 13,0 0 1,0 1 0,0 1 0,1 0 0,0 1 0,0 0-1,22-1 1,104 4 0,-69 2 5,18-1 45,110 17 1,-155-14 19,1-2 0,0-2-1,0-1 1,51-10 0,-70 10-54,1 1-1,-1 2 0,1 0 0,-1 2 1,1 1-1,30 9 0,8 1 9,-36-10-26,1 1 0,0 2 0,-1 1 0,-1 1 0,0 1 0,0 2 1,-1 1-1,-1 1 0,49 36 0,-60-39 6,1-1 0,1-1 1,0 0-1,0-1 0,1-1 1,18 6-1,118 28 93,-62-19-99,-69-15-12,-1 1 1,0 1-1,31 18 0,-31-15 15,0-1 1,0-2-1,35 12 1,30-4-1,-61-15-4,-1 2-1,33 11 1,-37-10-33,-1-1 0,1-1 0,0-1 0,0-1 0,23 0 0,40 4-103,-32 0 112,-3 0 28,67 17-1,-90-17-3,0-3 0,0 0 0,0-1 0,0-2 0,34-3 0,-28 1 11,-1 2 1,60 6-1,-32 9-40,-47-11 30,1 0 0,-1-1 0,0-1 0,1 0 0,15 1 0,1-3-2,-16 1 6,-1-1 0,1 0 0,0-1-1,0 0 1,0-1 0,14-4 0,14-6-30,-28 9 26,-1 0 0,0-1 0,0 0 0,17-10 0,136-80-2,-154 92 3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29.0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1 159 6033,'0'0'10843,"0"-3"-10835,28-16-16,10-3-120,8 0-569,3-19-599,0 12-1192,-21 7-3602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6:29.6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 0 7362,'0'0'5817,"-8"30"-5165,-2 4-501,-8 31 219,-11 73 0,14-10 201,4 230 1,11-337-539,3-85 71,19-105-1,2-7-229,-20 8-235,-4 167 367,0-1 0,0 1 0,0 0 0,-1-1 0,1 1 0,0-1 0,0 1 0,-1 0 0,1-1 0,-1 1 0,1 0 0,-1 0 0,0-1 0,1 1 0,-1 0 0,-1-1 0,1 2 8,1-1 0,-1 1 0,1 0 1,-1 0-1,0-1 0,1 1 0,-1 0 1,1 0-1,-1 0 0,0 0 0,1 0 1,-1 0-1,0 0 0,1 0 0,-1 0 1,0 0-1,1 1 0,-1-1 0,1 0 1,-1 0-1,0 1 0,1-1 0,-1 0 0,1 1 1,-1-1-1,1 0 0,-1 1 0,1-1 1,-1 1-1,1-1 0,-1 1 0,1-1 1,0 1-1,-1-1 0,1 1 0,0-1 1,-1 2-1,-5 9 42,0 0 0,1 1 0,1 0 0,0 0 0,1 0 0,0 0 0,-3 22 0,5-29-51,-11 100 11,4-1 0,6 131-1,3-129 12,0-100-22,3-14 9,3-20 28,2-21 33,7-34-24,-4-1-1,2-87 1,-14 171-80,0-1 0,0 0 0,0 1 0,-1-1 1,1 1-1,0-1 0,0 1 0,0-1 0,-1 1 0,1-1 1,0 1-1,-1-1 0,1 1 0,0 0 0,-1-1 1,1 1-1,-1 0 0,1-1 0,-1 1 0,1 0 0,0-1 1,-1 1-1,1 0 0,-1 0 0,1-1 0,-1 1 1,0 0-1,1 0 0,-1 0 0,1 0 0,-1 0 0,1 0 1,-1 0-1,1 0 0,-1 0 0,0 0 0,1 0 0,-1 0 1,1 0-1,-1 0 0,1 0 0,-1 1 0,1-1 1,-1 1-1,-4-1-667,-31 3-5209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6.0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422 16 5801,'0'0'5919,"0"-5"-5726,0 4-181,-1-8 106,-1 15 42,-7 16 108,-177 387 1679,11-26-1422,165-360-521,0 1-1,2 0 1,1 0-1,-5 34 1,12-57-10,-1 0 1,1 0 0,0 0 0,0 0-1,0-1 1,-1 1 0,1 0 0,0 0 0,0 0-1,0 0 1,1 0 0,-1-1 0,0 1 0,0 0-1,0 0 1,1 0 0,-1 0 0,0-1 0,1 1-1,-1 0 1,1 0 0,-1-1 0,1 1-1,-1 0 1,1-1 0,-1 1 0,1-1 0,0 1-1,-1 0 1,1-1 0,0 1 0,-1-1 0,1 0-1,0 1 1,0-1 0,1 1 0,1-1-26,0 0 1,0 0 0,0-1 0,0 1-1,0-1 1,0 1 0,-1-1-1,1 0 1,0 0 0,0 0-1,2-2 1,12-6-567,-1-1 0,29-22 0,25-34-2902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6.3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787 1 8610,'0'0'4127,"-22"29"-3269,2-3-670,-12 14 73,3 2 0,1 1-1,-29 60 1,-160 392 635,-53 111-655,259-585-242,-6 11-13,0 1-1,2 0 1,2 1 0,1 1 0,-14 68 0,26-100-292,8-13-192,100-152-3733,-46 45-1178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6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952 1 8434,'0'0'4190,"-26"33"-3858,20-25-312,-41 53 184,3 1 1,-56 109 0,-162 320 681,-89 181 85,324-618-823,2 2-1,-25 83 1,46-126-134,1 1 0,1-1 0,0 1 0,1 0 0,0 0 0,1 17-1,0-30-13,0 0 0,0 0 0,0 1-1,0-1 1,1 0 0,-1 0-1,0 1 1,0-1 0,1 0 0,-1 0-1,1 0 1,-1 1 0,1-1 0,-1 0-1,1 0 1,0 0 0,0 0-1,-1 0 1,1 0 0,0 0 0,0-1-1,0 1 1,0 0 0,0 0 0,0-1-1,0 1 1,0 0 0,2 0-1,0-1-21,1 0 0,-1 0 0,0 0-1,1-1 1,-1 1 0,0-1-1,0 0 1,0 0 0,0 0 0,0 0-1,0 0 1,0-1 0,3-1-1,25-17-599,-2-1 0,0-2 0,-1 0 0,-2-2 0,44-52 0,33-58-5336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6.8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839 0 9442,'0'0'3289,"-140"234"-1985,66-86-320,-14 42-376,-24 44-288,-11 12-64,21-50-63,18-41-33,42-70-80,10-19 0,4-12-72,14-13-8,14-25-8,91-136-2473,-6-7 673,-1-18-4242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7.1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681 0 8754,'0'0'3259,"-14"32"-2324,-91 215 89,-188 338-162,114-243-475,161-306-356,1 2 1,2-1 0,1 2 0,-10 48-1,24-86-32,0 0-1,-1 0 0,1 0 0,0 0 0,0 0 1,0 0-1,0 0 0,0 0 0,0 0 1,0 0-1,0 1 0,0-1 0,1 0 1,-1 0-1,0 0 0,1 0 0,0 2 1,0-3-5,-1 0 1,0 1-1,1-1 1,-1 0 0,1 0-1,-1 1 1,1-1 0,0 0-1,-1 0 1,1 0 0,-1 0-1,1 0 1,-1 0-1,1 0 1,-1 0 0,1 0-1,-1 0 1,1 0 0,0 0-1,-1 0 1,1-1-1,-1 1 1,1 0 0,-1 0-1,1-1 1,38-25-866,-38 25 821,67-66-2417,5-20-2680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7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756 0 8882,'0'0'1880,"-98"212"-960,41-99 105,-9 42-297,-22 41-272,-21 38-80,4-23-168,17-40-56,28-54 48,25-51-112,7-6-24,7-16 64,21-15-128,14-45-576,32-41-1488,6-19-2185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7.6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612 0 9226,'0'0'2705,"-141"202"-1449,96-104-392,-1 6-344,4 10-264,0 12-72,-7 13-64,-4 4-72,-3 2 0,3-13-40,7-21 0,18-29 16,18-34-24,17-48-792,24-13-1400,19-41-2017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7.9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879 1 8850,'0'0'1932,"-24"33"-721,3-3-919,-27 36 752,-63 119-1,-136 327 618,-125 234-1316,359-724-349,7-14-10,1 1 0,0-1 0,0 1 0,1 0 1,0 0-1,1 0 0,0 0 0,1 1 0,-3 16 0,17-36-692,27-32-1533,49-68 1,-24 6-3973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8.2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713 0 9602,'0'0'2687,"-18"40"-1646,-2 3-770,-17 36 261,-32 100 1,-293 670 232,224-555-593,116-246-170,-21 66 0,42-112-24,1-1 0,-1 1 0,1 0 0,-1-1-1,1 1 1,0 0 0,-1 0 0,1-1 0,0 1-1,0 0 1,0 0 0,1-1 0,-1 1 0,1 2-1,-1-4-14,1 0 0,-1 1-1,1-1 1,-1 0-1,0 0 1,1 0-1,-1 0 1,1 0 0,-1 0-1,1 0 1,-1 0-1,1 0 1,-1 0-1,1 0 1,-1 0 0,1-1-1,-1 1 1,1 0-1,-1 0 1,0 0-1,1-1 1,-1 1 0,1 0-1,-1 0 1,0-1-1,1 1 1,-1 0-1,0-1 1,1 1 0,0-1-1,37-41-3114,-37 41 3043,50-65-6175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8.4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780 0 9666,'0'0'2857,"-109"199"-1505,57-88-368,-22 40-488,-21 36-120,-24 37-64,6-19-64,22-44-87,31-60-65,32-50-16,4-4-80,13-18 0,8-10 0,55-89-1873,11-18-183,-3-13-3425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8.7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670 0 8802,'0'0'3786,"-20"35"-3067,-1 1-537,-17 27 241,-47 109 0,-294 646 1105,349-759-1478,8-20-31,2 1-1,2 2 1,-15 49-1,32-90-21,1 0-1,-1 0 1,1 0 0,-1 0-1,1 1 1,0-1-1,0 0 1,-1 0-1,1 0 1,0 1-1,0-1 1,0 0-1,0 0 1,1 0-1,-1 1 1,0-1-1,0 0 1,1 0-1,-1 0 1,1 0-1,-1 0 1,1 1 0,0 0-1,1-1-32,-1-1 0,0 0 1,1 0-1,-1 0 0,1 0 0,-1 0 1,0 0-1,1 0 0,-1-1 0,1 1 0,-1 0 1,0-1-1,1 1 0,-1-1 0,0 1 0,0-1 1,1 0-1,-1 0 0,0 1 0,2-3 1,46-39-2365,4-18-2495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9.0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584 1 8914,'0'0'4741,"-20"37"-3758,-3 4-762,-9 17 208,-48 122 0,-161 339 246,77-182-567,159-324-111,2-8-5,0 0 1,1 0 0,0 0 0,0 1 0,1-1 0,-1 1-1,1 0 1,0-1 0,0 7 0,1-12-3,0 0 0,0 1 1,0-1-1,0 0 0,0 0 1,0 0-1,0 0 0,0 1 0,0-1 1,0 0-1,0 0 0,0 0 1,0 1-1,0-1 0,0 0 0,0 0 1,0 0-1,0 1 0,0-1 1,0 0-1,0 0 0,1 0 1,-1 0-1,0 0 0,0 1 0,0-1 1,0 0-1,0 0 0,0 0 1,1 0-1,-1 0 0,0 0 0,0 1 1,0-1-1,0 0 0,1 0 1,-1 0-1,0 0 0,0 0 0,0 0 1,0 0-1,1 0 0,-1 0 1,0 0-1,0 0 0,0 0 0,1 0 1,-1 0-1,0 0 0,0 0 1,0 0-1,0 0 0,1 0 0,-1 0 1,0 0-1,0 0 0,0 0 1,0 0-1,1-1 0,-1 1 0,0 0 1,0 0-1,0 0 0,12-6-775,-1 0-1,-1 0 1,1-1-1,-1 0 1,0-1-1,15-15 1,30-30-6671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9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404 0 8010,'0'0'4793,"-23"34"-3805,-6 4-746,2-2-20,3 1 0,0 0 0,-25 59 0,-20 45 536,-71 159-51,136-292-747,1 0-1,0 1 1,1-1-1,0 1 1,0 0-1,1 0 1,0 0 0,0 10-1,22-39-2757,10-23-1233,-2-3-4618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09.4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 1 10602,'0'0'4681,"-74"202"-4033,67-148-392,4-13-152,3-13-96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11.4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88 161 6409,'0'0'2065,"-88"-126"-4330,88 91-343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12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0 8410,'0'0'6328,"-2"12"-6069,1-1-217,1 1 1,0 0 0,1 0-1,1-1 1,0 1-1,0 0 1,1-1 0,0 0-1,7 14 1,55 116 244,-44-100-260,17 34 32,4-1 1,85 114-1,-103-157-47,1-2 1,2 0-1,1-2 0,1-1 0,1-2 0,1 0 0,1-3 1,46 25-1,-43-30-12,1-2 1,1-1 0,1-1-1,0-3 1,77 10 0,-23-12-2424,123-8 1,-90-7-8218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12.7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343 494 8794,'0'0'5254,"-30"3"-5167,-94 16 29,116-18-57,-1 1 0,1 1-1,-1 0 1,1 0 0,0 0-1,0 1 1,0 0 0,1 1 0,0-1-1,-1 2 1,2-1 0,-1 1 0,1 0-1,-1 0 1,2 1 0,-8 8-1,5-5 4,2-2-28,0 1 1,1 0-1,0 0 0,1 0 0,-1 0 0,2 1 0,-1-1 0,-2 15 0,5-21-32,0 1 0,0-1-1,0 1 1,1-1 0,0 1-1,-1-1 1,1 1 0,0-1-1,1 1 1,-1 0 0,1-1-1,-1 1 1,1-1-1,0 0 1,0 1 0,1-1-1,-1 0 1,1 1 0,0-1-1,-1 0 1,1 0 0,1 0-1,-1-1 1,0 1 0,1 0-1,-1-1 1,6 4 0,0-2-62,1 0 1,0 0-1,0-1 1,1-1-1,-1 1 1,1-1-1,-1-1 1,1 0-1,-1 0 1,1-1-1,0 0 1,-1-1-1,1 0 1,18-5-1,-14 3-73,0-1 0,0-1 0,0-1 0,-1 0 0,1 0 0,-2-1 0,1-1 0,-1 0 0,16-14 0,-9 4 58,-1-1 0,-1 0 1,-1-2-1,-1 1 0,0-2 1,-2 0-1,0-1 1,-2 0-1,0-1 0,-2 0 1,-1 0-1,0-1 1,-2 0-1,-1-1 0,-1 1 1,-1-1-1,-1-29 1,0 7 75,-1-69 25,-2 108-18,0 0 1,0 0 0,-1 0-1,0 0 1,0 0-1,-1 1 1,0-1 0,-1 1-1,-8-14 1,11 19 28,-1 1 0,1 0 0,0 0 0,-1 0 0,0 0 0,1 0 0,-1 0 0,0 0 0,0 1 0,0-1 0,0 1 0,-1-1 0,1 1-1,0 0 1,-1 0 0,1 0 0,0 0 0,-1 0 0,1 0 0,-1 1 0,0-1 0,1 1 0,-1 0 0,1 0 0,-1 0 0,0 0 0,1 0 0,-1 1 0,1-1 0,-1 1 0,1-1 0,-1 1 0,1 0 0,-1 0 0,1 0 0,0 0 0,0 1 0,-1-1 0,1 1 0,0-1 0,0 1 0,0 0 0,1 0 0,-1 0-1,0 0 1,1 0 0,-1 0 0,1 0 0,-3 5 0,-2 9 24,1 0-1,1 0 0,0 0 1,1 1-1,1 0 0,-1 17 1,5 109 278,-1-113-226,1-3-64,1 0-1,2-1 1,0 1-1,2-1 1,0 0-1,2-1 0,15 31 1,-15-37-23,2 0 0,0-1 0,0 0 1,2 0-1,0-1 0,1-1 0,1 0 0,1-1 0,25 19 1,-34-30-121,0 0 0,0 0 0,0 0 0,1-1 0,-1-1 0,1 1 0,-1-1 0,1 0 0,0-1 0,0 0 0,0 0 0,0-1 0,0 0 0,0 0 0,0-1 1,-1 0-1,15-4 0,18-13-2678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12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0 9138,'0'0'4497,"-14"196"-4385,18-155-48,10 0 96,-4-12-80,5-1-80,-1-12 0,10-4-128,-3-12-1224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13.1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11650,'0'0'1977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13.5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48 240,'0'0'11531,"33"26"-11482,104 77-36,-130-98-13,-1-1 0,1 0 0,0-1-1,0 1 1,11 3 0,8-7-34,-16-2-7,-8 2 20,0-1 0,-1 0 0,1 1 0,0-1 0,0 0 0,-1 0-1,1 0 1,-1 0 0,1-1 0,-1 1 0,1 0 0,-1-1 0,0 1 0,1-1 0,-1 1-1,0-1 1,0 0 0,0 1 0,0-1 0,-1 0 0,1 0 0,0 1 0,-1-1 0,1 0 0,-1 0-1,0 0 1,1 0 0,-1 0 0,0 0 0,-1-2 0,2-5 22,-1 1-1,0-1 1,0 1 0,-1-1 0,-3-13 0,2 17 12,0 0 0,-1 0 1,1 0-1,-1 0 0,0 1 1,0-1-1,0 1 0,-1 0 1,1 0-1,-1 0 0,0 1 1,0-1-1,-1 1 0,1 0 1,-1 0-1,1 1 0,-1-1 1,0 1-1,0 0 0,0 0 0,-8-2 1,2 2 62,0-1 0,0 2 0,-1-1 0,1 2 0,0-1 0,0 1 0,-1 1 0,1 0 0,-15 4 0,21-3-7,0 0-1,0 1 0,0-1 1,0 1-1,0 0 0,1 0 1,-1 1-1,1 0 0,0-1 1,0 1-1,0 1 0,0-1 1,1 0-1,0 1 0,0 0 1,-3 6-1,0-1 130,1 1 1,0 1-1,1-1 0,0 0 1,1 1-1,-3 19 0,4-19-82,0 1 1,2 0-1,0 0 1,0 0-1,1-1 0,0 1 1,1 0-1,1-1 0,0 1 1,5 11-1,-5-18-106,0-1-1,0 1 1,0-1 0,1 0 0,0 0-1,0 0 1,0 0 0,1-1 0,0 0 0,-1 0-1,2 0 1,-1-1 0,0 1 0,1-1-1,-1 0 1,1-1 0,0 1 0,0-1-1,0 0 1,0-1 0,0 0 0,13 2-1,-2-2-164,1 0 0,-1-1 0,1 0-1,-1-2 1,1 0 0,-1-1-1,0-1 1,28-9 0,34-25-2348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14.2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 32 6937,'0'0'3535,"-3"9"-3503,0-3-28,-4 20-9,8-25 6,-1-1 0,1 1 0,0 0 1,-1 0-1,1 0 0,0-1 0,0 1 1,-1 0-1,1-1 0,0 1 0,0-1 1,0 1-1,0-1 0,0 1 0,0-1 1,0 0-1,0 1 0,0-1 0,0 0 0,0 0 1,0 0-1,0 1 0,0-1 0,0-1 1,0 1-1,0 0 0,0 0 0,0 0 1,0 0-1,0-1 0,2 0 0,-1 1 39,1-1 0,-1 0 0,1 0 0,0 0 0,-1 0 0,0 0 0,1-1 0,-1 1 0,0-1 0,0 1 0,0-1 0,0 0 0,0 0 0,0 0 0,0 0 0,-1 0 0,1-1 0,-1 1 0,1 0 0,-1-1 0,0 1 0,0-1-1,0 1 1,0-1 0,-1 0 0,1 1 0,-1-1 0,1 0 0,-1 1 0,0-1 0,0-3 0,0 5 3,-1 1-1,1-1 1,0 0-1,0 1 1,0-1-1,-1 0 1,1 1-1,0-1 1,-1 0-1,1 1 1,-1-1-1,1 1 1,-1-1-1,1 1 1,-1-1-1,1 1 1,-1-1 0,1 1-1,-1-1 1,0 1-1,1 0 1,-1-1-1,0 1 1,1 0-1,-1 0 1,0-1-1,1 1 1,-1 0-1,0 0 1,0 0-1,0 0 1,-29-1 570,24 1-449,-11 0 127,4-1-83,0 1 1,0 1-1,0 0 1,-19 4 0,40-1-551,13-4-274,23-10-1452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14.9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6817,'0'0'5226,"7"98"-4386,-7-41-96,0 6-320,0 0-88,0-12-104,0-10-136,0-7-96,0-21-24,4-13-152,6-3-1784,1-29-3489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15.1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1336,'0'0'11651,"46"170"-14020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15.5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0 6793,'0'0'6846,"-8"2"-6350,5-1-468,0 0 0,0 0 0,-1 0 0,1 0 0,0 1 0,1-1 0,-1 1 0,0 0 0,0 0 0,1 0-1,-1 0 1,1 0 0,-1 0 0,1 1 0,0-1 0,0 1 0,-2 3 0,0 2 54,0 0-1,0 0 1,1 0-1,0 1 1,0-1 0,-1 12-1,-2 16 226,3 0 0,0 52 0,3-36-156,2-1-1,1 0 1,4 0-1,1 0 0,25 80 1,-12-74-142,-11-30-64,14 51 0,-24-78 14,0 1 0,1-1 0,-1 1 0,0-1 0,0 1 0,0-1 0,0 1-1,0-1 1,0 1 0,0-1 0,0 1 0,-1-1 0,1 1 0,0-1 0,0 1 0,0-1 0,0 1 0,-1-1 0,1 1 0,0-1 0,0 0 0,-1 1 0,1-1 0,0 1 0,-1-1 0,1 0 0,-1 1 0,1-1 0,0 0 0,-1 1 0,1-1 0,-1 0 0,1 0 0,-1 0 0,1 1 0,-1-1 0,1 0 0,-1 0 0,1 0 0,-1 0 0,1 0 0,-1 0 0,1 0 0,-1 0 0,1 0 0,-1 0 0,1 0 0,-1 0 0,1 0 0,-1-1 0,-2 2-343,-23-1-3534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15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51 4913,'0'0'9298,"194"-51"-8850,-142 51-320,12 7-128,-19 21-736,-17 1-5385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16.8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1 8490,'0'0'3591,"-4"29"-2145,-3 9-1041,1-5-83,1 0 0,1 0 0,2 41 1,2-65-298,1 0 1,-1 0-1,1 0 1,1 0-1,0 0 1,0-1-1,1 1 1,0-1-1,0 1 1,1-1-1,0 0 1,1 0 0,-1-1-1,2 1 1,-1-1-1,1 0 1,8 7-1,-8-9-35,0 0 0,1 0 0,-1-1-1,1 0 1,0 0 0,1-1 0,-1 0 0,0 0 0,1-1-1,0 0 1,0 0 0,-1-1 0,1 0 0,0 0 0,0-1-1,0 0 1,0 0 0,0-1 0,15-3 0,-15 2-70,0-1 0,0 0 0,0 0 0,-1-1 1,1 0-1,-1-1 0,0 1 0,0-2 1,0 1-1,-1 0 0,0-1 0,0-1 0,-1 1 1,1-1-1,-1 1 0,-1-1 0,1-1 0,-1 1 1,0-1-1,-1 0 0,5-15 0,0-2-259,-1 0 0,-2-1-1,0 1 1,-2-1 0,1-47-1,-4 70 341,1 0 0,-1 0-1,0 0 1,-1-1 0,1 1 0,-1 0-1,1 0 1,-1 0 0,0 0-1,0 0 1,0 0 0,-1 0 0,-1-4-1,1 5 41,0 1-1,0-1 0,0 1 1,0 0-1,0 0 1,0 0-1,0 0 0,0 0 1,0 1-1,0-1 1,0 0-1,-1 1 0,1 0 1,0-1-1,0 1 1,-1 0-1,1 0 0,-3 1 1,2-1 22,-1 1 0,0 0 0,1 0 1,-1 0-1,1 0 0,-1 1 0,1-1 0,0 1 1,-1 0-1,1 0 0,0 0 0,0 0 1,0 1-1,0-1 0,1 1 0,-1-1 0,1 1 1,0 0-1,-1 0 0,1 0 0,1 1 1,-1-1-1,0 0 0,1 1 0,-1-1 0,0 8 1,-4 7 73,1 1-1,1 0 1,1 0 0,-1 24 0,1 9 19,3 1 0,2-1 1,2 0-1,22 99 0,16 57-122,-42-208-114,0 0 0,1 0 1,-1 0-1,0 0 0,0 0 1,1 1-1,-1-1 0,0 0 1,1 0-1,-1 0 1,0 0-1,1 0 0,-1 0 1,0 0-1,1 0 0,-1-1 1,0 1-1,0 0 0,1 0 1,-1 0-1,0 0 0,1 0 1,-1 0-1,0-1 0,0 1 1,1 0-1,-1 0 0,0 0 1,0-1-1,1 1 1,-1 0-1,0 0 0,0 0 1,0-1-1,0 1 0,1 0 1,-1-1-1,0 1 0,0 0 1,0 0-1,0-1 0,0 1 1,0 0-1,0-1 0,0 1 1,0 0-1,0-1 0,0 1 1,0 0-1,0-1 0,5-34-8021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17.2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1 6617,'0'0'3961,"-6"34"-3077,-17 112-298,22-140-560,0 1 0,0-1-1,1 1 1,0-1 0,0 1 0,0-1-1,1 0 1,0 1 0,0-1 0,1 0 0,0 1-1,0-1 1,0 0 0,1 0 0,0 0 0,0-1-1,0 1 1,1-1 0,0 0 0,0 0 0,0 0-1,1 0 1,7 6 0,-5-7-46,0 0-1,0 0 1,1 0 0,0-1 0,-1 0-1,1-1 1,0 1 0,1-2-1,-1 1 1,0-1 0,0 0 0,1-1-1,-1 0 1,15-2 0,-20 2 5,0 0 0,0-1 0,-1 1 1,1-1-1,0 0 0,0 0 0,-1 0 1,1-1-1,0 1 0,-1 0 1,1-1-1,-1 0 0,0 1 0,0-1 1,1 0-1,-1 0 0,0-1 0,-1 1 1,1 0-1,0-1 0,-1 1 0,1-1 1,-1 1-1,0-1 0,0 1 0,2-7 1,0-3 18,-1-1 0,-1 0 0,1 0 1,-3-24-1,1 20-9,0 8 62,0 1 0,-1-1-1,0 0 1,-1 1 0,0-1 0,0 1-1,-1-1 1,0 1 0,-1 0-1,0 0 1,0 1 0,0-1 0,-1 1-1,0 0 1,-1 0 0,1 0-1,-1 1 1,-1 0 0,1 0 0,-1 0-1,0 1 1,0 0 0,-1 0-1,1 1 1,-1 0 0,0 1 0,0-1-1,0 2 1,-1-1 0,1 1-1,-1 0 1,1 1 0,-12-1 0,18 2-49,1 0 0,-1 0 1,0 0-1,0 0 0,0 0 1,0 0-1,1 1 0,-1-1 1,0 1-1,0-1 0,0 1 1,1 0-1,-1 0 0,0 0 1,1-1-1,-1 2 0,1-1 1,-1 0-1,1 0 0,0 0 0,-1 1 1,-1 2-1,2-1-212,-1 1 0,1 0 0,-1-1 0,1 1 0,0 0-1,1 0 1,-1 0 0,1 0 0,0 4 0,-1 17-5031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17.5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65 117 5521,'0'0'6177,"-11"33"-6080,-31 110-21,39-133-55,0 1 1,1-1-1,1 1 1,0-1 0,0 1-1,1 0 1,0-1 0,0 1-1,1-1 1,1 1-1,0-1 1,1 1 0,0-1-1,0 0 1,1 0 0,0 0-1,1-1 1,0 1-1,0-1 1,1 0 0,0-1-1,9 9 1,-13-14-15,1 0 1,0 0 0,-1 0-1,1-1 1,1 1-1,-1-1 1,0 0-1,0 0 1,1 0-1,-1 0 1,1-1-1,0 1 1,6 1-1,-8-3 17,0 0 0,-1 0-1,1 0 1,0 0 0,0-1-1,-1 1 1,1 0 0,-1-1 0,1 1-1,0-1 1,-1 0 0,1 1-1,-1-1 1,1 0 0,-1 0 0,0 0-1,1 0 1,-1 0 0,0 0-1,0 0 1,1 0 0,-1-1 0,0 1-1,0-1 1,0 1 0,-1 0-1,1-1 1,0 1 0,-1-1 0,1 0-1,0 1 1,-1-1 0,0 1-1,1-1 1,-1-1 0,10-53 438,-3 0 0,-3 0 1,-1 0-1,-11-108 0,-2 94-267,9 65-386,0 1 0,-1-1 0,0 0 0,0 1 0,0-1 0,0 1 1,-1 0-1,1 0 0,-1 0 0,0 0 0,-1 0 0,-3-3 0,-14-5-6439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18.6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436 24 5561,'0'0'7034,"-19"-4"-6592,-65-13-144,75 16-220,-1 0 0,0 1 0,1 0 1,-1 0-1,1 1 0,-1 0 0,1 1 1,-1 0-1,1 1 0,0 0 0,0 0 0,0 1 1,0 0-1,1 0 0,-1 1 0,-9 8 0,-2 3 114,0 1 1,1 1-1,0 1 0,-19 26 0,32-37-160,0 1 1,0 0 0,1 1-1,0-1 1,1 1 0,0 0-1,0 0 1,-1 10 0,3-15-30,1 0-1,0 1 1,1-1 0,-1 0 0,1 0-1,0 0 1,0 1 0,0-1 0,1 0-1,0 0 1,0 0 0,0 0 0,1 0 0,-1 0-1,1 0 1,1 0 0,-1 0 0,5 7-1,0-6-14,-1-1 0,1 0 0,0 0 0,0 0-1,0-1 1,1 0 0,0-1 0,-1 1-1,1-1 1,0-1 0,1 0 0,-1 0 0,0 0-1,1-1 1,11 0 0,8 1 3,0-2-1,0-1 1,42-6-1,-56 4-162,0 0 1,0 0-1,-1-1 1,0-1-1,0 0 1,0-1-1,-1-1 1,0 0-1,0 0 1,0-1-1,-1-1 0,0 0 1,-1 0-1,0-1 1,0 0-1,-1-1 1,-1 0-1,0 0 1,0-1-1,-1 0 1,-1-1-1,0 0 0,0 1 1,-1-2-1,-1 1 1,0 0-1,-1-1 1,-1 0-1,2-22 1,-4 34 153,0-1-1,0 1 1,0 0 0,0-1 0,0 1 0,0 0 0,-1 0 0,1-1 0,-1 1 0,0 0 0,1 0-1,-1 0 1,0-1 0,0 1 0,0 0 0,-1 0 0,1 1 0,-1-1 0,1 0 0,-4-3 0,2 3 81,-1 1 0,0-1 0,0 1 0,0 0 0,0 0 0,0 0 0,0 0 1,0 1-1,0 0 0,0 0 0,-5 0 0,5 0 20,1 0-1,0 0 1,-1 0-1,1 0 1,0 1-1,-1-1 1,1 1-1,0 0 1,0 0-1,0 0 1,0 0-1,0 1 1,0-1-1,0 1 1,0 0-1,0 0 1,1 0-1,-1 0 1,1 0-1,-1 0 1,1 1 0,0-1-1,0 1 1,-2 4-1,1-1 19,0 1 1,1 0-1,0 1 1,1-1-1,-1 0 0,1 0 1,1 1-1,-1-1 0,2 1 1,0 10-1,-1-14-93,1 1 0,0-1 0,0 1 1,0 0-1,0-1 0,1 1 0,-1-1 0,1 0 0,0 0 0,1 0 0,-1 0 1,1 0-1,0 0 0,0 0 0,0-1 0,0 0 0,1 1 0,-1-1 1,1 0-1,0-1 0,0 1 0,0-1 0,0 0 0,0 0 0,0 0 0,1 0 1,5 1-1,12 3-502,0-2 0,1 0 0,-1-1 0,33-1 0,-43-2-63,61 2-6230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19.0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8778,'0'0'3214,"1"36"-2874,6 118-117,5-39-35,-4-24 820,-8-89-628,0-27-15,0 20-348,0-21-136,1 0 1,1 0-1,10-51 0,-11 72 93,0 0 0,0 0 0,1 0 0,-1 0-1,1 0 1,0 0 0,1 1 0,-1-1 0,1 1 0,0-1-1,0 1 1,1 0 0,-1 0 0,1 1 0,0-1 0,-1 1-1,2-1 1,-1 1 0,0 1 0,1-1 0,-1 1 0,1-1-1,0 1 1,0 0 0,0 1 0,0-1 0,8 0 0,-1 1 24,0 2 0,0-1 0,0 1 0,-1 1 0,1 0 0,0 1 0,-1 0 0,1 1 0,-1 0 0,0 1 0,13 7 0,12 5 15,-28-14-11,0 0 1,0-1-1,0 0 0,0 0 1,0-1-1,0 0 0,9 0 1,-16-1-3,0-1 0,0 1 0,0-1 0,0 1 0,0-1 0,0 0 0,-1 1 0,1-1 1,0 0-1,0 0 0,-1 0 0,1 0 0,-1 1 0,1-1 0,-1 0 0,1 0 1,-1 0-1,1 0 0,-1 0 0,0 0 0,0 0 0,0 0 0,1 0 0,-1 0 0,0 0 1,0 0-1,0-1 0,0 1 0,-1 0 0,1 0 0,0-1 0,-6-37-41,2 32 16,0-1 1,0 1-1,-1 1 0,0-1 1,0 1-1,-1 0 0,1 0 1,-1 0-1,-1 1 0,1 0 0,-1 0 1,0 1-1,0 0 0,0 0 1,-1 0-1,1 1 0,-1 0 1,0 1-1,0 0 0,0 0 0,0 0 1,-9 1-1,14 1 51,0 0-1,1 0 0,-1 1 1,0-1-1,1 1 1,-1 0-1,1 0 1,-1 0-1,1 0 1,-1 0-1,1 1 1,0-1-1,0 1 0,0-1 1,0 1-1,0 0 1,0 0-1,0 0 1,0 0-1,1 0 1,-1 0-1,1 1 1,-1-1-1,1 0 0,0 1 1,0-1-1,0 1 1,0-1-1,1 1 1,-2 3-1,0 8 76,0-1 1,0 0-1,1 1 0,1-1 0,1 15 0,-1-23-92,1 0-1,-1-1 1,1 1-1,0 0 1,1 0-1,-1-1 1,1 1-1,0-1 1,0 0-1,0 1 1,1-1-1,-1 0 1,1 0-1,0 0 1,0-1-1,1 1 1,-1-1-1,1 1 1,-1-1-1,6 3 1,4 1-65,1 1 1,0-2 0,0 0 0,1 0-1,17 3 1,39 11-1293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19.3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 1 7402,'0'0'6193,"-50"167"-5817,36-41 280,0 51 80,7-3-16,7-19-255,0-29-249,11-47-136,20-3-80,12-13-8,-5-31-120,-10-32-753,-10-29-1703,-18-15-6986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19.5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 11034,'0'0'4353,"246"-34"-4185,-169 34-112,14 0-56,-20 15-1272,-22 4-3993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19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242 0 7746,'0'0'4857,"-31"6"-4647,-6 0-144,-56 16 0,89-20-52,0-1-1,1 1 0,-1 0 0,1 0 0,-1 0 0,1 0 1,0 1-1,0-1 0,0 1 0,0 0 0,0 0 0,0 0 1,1 0-1,0 0 0,0 1 0,-1-1 0,2 1 0,-1-1 1,0 1-1,1 0 0,0 0 0,0 0 0,0-1 0,0 6 1,-3 4 73,-1 6 119,2 0 0,0 1 0,0-1 0,2 1 0,2 26 0,-1-43-201,0 0 1,1 0 0,0 0-1,0 0 1,0 0-1,0 0 1,0 0-1,1-1 1,-1 1 0,1 0-1,0-1 1,0 1-1,0-1 1,0 0-1,0 1 1,0-1 0,1 0-1,-1 0 1,1 0-1,-1-1 1,1 1 0,0-1-1,0 1 1,0-1-1,0 0 1,0 0-1,0 0 1,0-1 0,0 1-1,0-1 1,5 1-1,0 0-17,0-1 1,1 1-1,-1-2 0,0 1 0,0-1 0,0 0 0,0-1 0,0 1 0,0-2 1,0 1-1,13-7 0,-9 1-125,-1 0-1,0-1 1,0 0 0,-1-1 0,0 0 0,-1-1 0,0 0-1,13-22 1,-5 4-642,0 0 0,17-48 0,-33 76 829,0 0 0,-1-1 0,1 1 0,-1 0 0,1 0 0,-1-1-1,1 1 1,-1 0 0,0 0 0,0-1 0,1 1 0,-1 0 0,0-1 0,0 1-1,0 0 1,-1-1 0,1 1 0,0 0 0,-1-2 0,0 3 52,0 1 1,0-1-1,0 0 0,0 1 1,0 0-1,0-1 1,0 1-1,0 0 0,0-1 1,0 1-1,1 0 1,-1 0-1,0 0 0,1 0 1,-1 0-1,0 0 0,1 0 1,-1 0-1,1 0 1,-1 0-1,1 1 0,-5 9 144,0 0 1,1 0-1,1 0 0,0 0 0,1 0 0,-3 23 0,3 71 413,2-103-657,0 1 0,0 0 0,0 0 0,1-1-1,-1 1 1,1 0 0,0-1 0,0 1 0,0 0 0,0-1 0,0 1-1,0-1 1,1 0 0,-1 1 0,1-1 0,0 0 0,-1 0-1,1 0 1,0 0 0,0 0 0,0 0 0,1-1 0,-1 1 0,0-1-1,1 1 1,-1-1 0,1 0 0,-1 0 0,5 1 0,-1-1-119,0 0 1,0 0 0,1-1-1,-1 0 1,0 0-1,0 0 1,1-1 0,-1 0-1,0 0 1,0-1-1,0 1 1,7-4 0,27-20-3206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20.1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6529,'0'0'8626,"0"218"-8122,0-127 80,0 11-63,0 8-161,0-12-240,0-6 24,0-23-144,10-25-16,26-44-704,-5-12-1753,-6-26-6697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20.4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1 8922,'0'0'5129,"-45"195"-4161,45-109-296,0 12-168,0 6 9,0 0-241,0-9-200,10-13-64,15-25-8,17-41 0,-7-16-1281,-7 0-4192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20.5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15315,'0'0'3561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12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109 161 4609,'0'0'5541,"-8"-23"-4527,-1-11-684,4 12 113,-1 1 1,-19-40-1,25 61-434,0 0 0,0 0 1,0 1-1,0-1 0,0 0 0,0 0 1,0 0-1,0 0 0,0 0 0,0 0 0,0 1 1,0-1-1,0 0 0,0 0 0,0 0 0,0 0 1,0 0-1,0 0 0,0 0 0,0 0 0,0 1 1,0-1-1,0 0 0,0 0 0,0 0 1,-1 0-1,1 0 0,0 0 0,0 0 0,0 0 1,0 0-1,0 0 0,0 0 0,0 0 0,-1 0 1,1 1-1,0-1 0,0 0 0,0 0 0,0 0 1,0 0-1,0 0 0,0 0 0,-1 0 1,1 0-1,0 0 0,0-1 0,0 1 0,0 0 1,0 0-1,0 0 0,-1 0 0,1 0 0,-2 25 31,1 44-183,1-62 192,1 179 114,-36 760 6,30-907-476,-3 26 529,6-27-5901,2-77-1764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13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0 338 1000,'0'0'6860,"0"-16"-5821,2-53-477,-1 62-502,1 0 0,0 0 0,0 1 0,1-1 0,-1 1 0,2 0 0,-1 0 0,0 0 0,1 0 0,0 1 0,1-1 0,-1 1 1,1 0-1,0 0 0,1 1 0,-1-1 0,1 1 0,-1 1 0,1-1 0,8-3 0,-13 6-54,31-17 45,0 0 0,2 3 1,0 0-1,0 2 1,1 2-1,45-9 1,-24 10 10,1 3 0,0 2 1,75 3-1,-114 3-52,0 0 1,1 1-1,-1 1 0,0 1 0,0 0 1,-1 2-1,1 0 0,-1 1 1,23 12-1,-27-11-11,-1 0 1,0 1-1,0 1 1,-1 0 0,0 0-1,0 1 1,-1 1-1,-1-1 1,0 1-1,-1 1 1,14 26-1,-14-19 37,-1 0 0,0 0 0,-2 0 0,0 1 0,-1 0 0,-2 0 0,0 0 0,-1 0 0,-2 32 0,-2-26 73,0 0 0,-2 0 0,0-1 0,-2 0 0,-1 0 0,-23 49 0,5-28 82,-2-2-1,-2-1 0,-2-1 1,-1-1-1,-3-2 0,-1-2 1,-78 63-1,38-45 106,-1-2 0,-3-4-1,-132 60 1,187-97-278,23-10-31,-1-1-1,0 0 1,0 0-1,0 0 1,-1-1-1,1 1 1,0-1-1,-1 0 1,1 0-1,-1 0 1,-4-1-1,9-3-1605,15-16-3055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16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59 4449,'0'0'6283,"-20"-8"-5783,-5-4-373,12 6-45,0-1 1,-1 2 0,0 0-1,-21-5 1,28 9-55,0-1 0,1 1 0,-1 0-1,0 1 1,0-1 0,1 2 0,-1-1 0,0 1 0,0 0 0,1 0 0,-1 0 0,1 1 0,-1 0-1,1 1 1,0-1 0,0 1 0,0 1 0,0-1 0,0 1 0,-7 6 0,1 1-31,0 1 0,1 1 0,1 0 0,0 0 0,1 1 0,0 0 1,-8 19-1,9-16 8,2-1 1,0 2-1,1-1 1,1 1-1,0 0 1,1 0 0,1 0-1,1 0 1,1 0-1,0 0 1,4 20-1,-4-34-4,1 0 0,-1 0 0,1 1 0,1-1 0,-1 0 0,1 0 0,-1 0 0,1 0 0,0 0 0,0-1 0,1 1 0,-1-1 0,1 1 0,0-1-1,0 0 1,0 0 0,7 5 0,-4-4-6,0 0-1,1-1 1,0 1 0,0-2-1,0 1 1,0-1-1,0 0 1,1 0 0,12 1-1,-5-2-10,-1-1 0,1 0-1,-1 0 1,1-2 0,-1 0 0,1-1-1,-1 0 1,0-1 0,0 0 0,19-10-1,-11 1-81,-1-1 1,0 0-1,-1-2 0,-1 0 0,0-2 1,-2 0-1,25-31 0,-32 36-168,0-1 0,-1 0 1,-1 0-1,0-1 0,-1 0 0,0 0 0,-1 0 0,-1-1 0,-1 0 1,0 0-1,-1 0 0,2-26 0,-5 40 264,0 1 0,-1-1 0,1 0 0,0 0 1,-1 1-1,1-1 0,-1 0 0,1 1 0,-1-1 0,0 1 0,0-1 0,0 1 0,0-1 0,0 1 1,0 0-1,0-1 0,0 1 0,0 0 0,-1 0 0,1 0 0,0 0 0,-1 0 0,1 0 1,-1 0-1,1 0 0,-1 0 0,1 1 0,-1-1 0,0 1 0,1-1 0,-1 1 0,0 0 0,0-1 1,1 1-1,-1 0 0,0 0 0,0 0 0,-2 1 0,-2-1 91,1 1 0,-1 0 0,0 0 0,1 0 0,-1 1 0,1-1 0,0 1 0,-1 1 0,1-1 0,0 1 0,0 0 0,-5 3 0,2 3 47,-1 0 0,1 0 0,1 0 0,0 1 0,0 0 0,0 0 0,2 1 0,-1-1 0,1 2 0,1-1 0,-5 17 0,5-13-33,1 1 1,0 0-1,1 0 1,0 0-1,2 0 1,-1 0-1,2 0 1,3 22-1,-2-31-90,1 0-1,-1 1 1,1-1 0,0 0-1,1-1 1,0 1-1,0-1 1,0 1 0,1-1-1,-1 0 1,2-1 0,-1 1-1,1-1 1,-1 0-1,1 0 1,1-1 0,-1 0-1,1 0 1,-1 0 0,1-1-1,0 0 1,1 0-1,12 2 1,-8-1-250,1-2-1,-1 1 1,0-2-1,0 0 1,1 0-1,-1-1 1,1 0-1,-1-1 1,0-1-1,1 0 1,-1-1-1,0 0 1,0 0-1,11-6 1,35-27-4368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18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23 5177,'0'0'7143,"-3"-6"-6927,-5-11-183,20 25-5,36 42 57,-34-36-43,77 92 214,87 132 1,-128-168-210,-42-58-261,1 0 0,0-1 0,1 0 0,0 0 0,1-1 0,0-1 0,1 0 0,0 0 0,18 10 0,-3-8-3640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18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545 1 8634,'0'0'2480,"-123"284"-1839,53-123 47,0-6-88,7-13 32,13-41-80,-6 13-200,4-4-72,13-24-144,18-23-120,21-25-16,0-19-368,35-19-736,53-29-64,-7-28-1169,-15-9-4440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19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296 126 7346,'0'0'3082,"34"-21"-2400,111-66-232,-140 84-427,0 1 1,0 0-1,0 0 1,0 0-1,0 0 1,0 1-1,0-1 0,0 2 1,1-1-1,-1 0 1,0 1-1,1 0 1,-1 0-1,0 1 1,1-1-1,-1 1 1,0 0-1,0 1 0,1-1 1,-1 1-1,0 0 1,-1 0-1,1 1 1,0-1-1,-1 1 1,1 0-1,6 7 1,-2-1 38,-1 1 0,0 0 1,0 0-1,-1 0 1,-1 1-1,0 0 1,0 1-1,6 19 1,-6-14-2,-2-1 1,0 1 0,0 0 0,-2 0-1,0 0 1,-1 0 0,-1 1 0,0-1 0,-1 0-1,-1 0 1,-1 0 0,-1 0 0,0 0-1,-1-1 1,0 1 0,-2-1 0,0 0-1,0-1 1,-2 0 0,0 0 0,0-1-1,-20 22 1,-5 1 101,-1-1 0,-46 36 0,65-55-111,41-15-192,34-9 150,-38 3-8,0 1 0,1 1 0,-1 1 0,24 2 0,-42-1-3,0 1-1,-1-1 0,1 1 0,0 0 0,-1 0 0,1 0 0,-1 0 0,1 0 0,-1 0 0,1 1 0,-1-1 0,0 1 1,0 0-1,0-1 0,0 1 0,0 0 0,0 0 0,0 0 0,-1 1 0,1-1 0,-1 0 0,1 1 0,-1-1 1,0 1-1,0-1 0,0 1 0,0-1 0,-1 1 0,1 0 0,0 4 0,-1 1 11,1 1 0,-1-1-1,-1 0 1,1 1 0,-1-1 0,-1 1-1,0-1 1,0 0 0,-5 13-1,-2-2 54,-1-1 0,0-1 0,-1 0 0,-1-1 0,-1 0 0,0 0-1,-18 15 1,-116 95 407,113-99-387,-4 4-257,-2-2-1,-1-1 1,-1-2 0,-1-2 0,-1-2-1,-59 20 1,38-24-2041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19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0 156 5785,'0'0'5025,"5"-4"-4379,-2 1-587,0 1 1,0 0 0,0 1-1,0-1 1,0 1 0,0-1-1,0 1 1,1 0 0,-1 0-1,0 0 1,1 0 0,-1 1-1,1 0 1,-1-1 0,1 1-1,6 1 1,67 15 866,-19-2-554,34-1 18,165 1-1,97-31-217,94-37 110,8-1-17,502-5-120,-768 55-144,0 9 0,197 28 0,-222-15 12,0-7 0,1-7 0,273-32 0,154 9 29,-485 20 40,-105 0 29,-9 3 167,-20 11-203,-1-1-1,-46 14 1,12-5-263,-96 35-2152,-6-10-4574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38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51 9682,'0'0'5425,"-141"-41"-5065,134 38-168,4 0-96,-1 3 80,4-3-120,0 12-1520,14 20-416,-3-1-2577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1:38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9786,'0'0'3417,"-18"0"-9378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2:02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7034,'0'0'5947,"15"-6"-4793,135 7-26,421-20-629,-546 16-507,42-6 30,0 3 0,105 5-1,-148 5-32,-1 1-1,1 0 1,42 18-1,19 5 28,-18-14 9,0-3 0,97 3 0,138-16 2,-156-11-33,45-1 12,-181 15-10,-1 0 1,1 1-1,-1 1 0,1 0 0,-1 0 0,0 1 0,0 0 0,0 0 0,0 1 0,-1 0 0,12 9 1,-9-6 6,1 0 0,0-1 1,1-1-1,-1 0 0,19 6 1,-4-6 7,1-1 1,0-1-1,0-2 1,38-1-1,114-15 3,17-1-4,263 15-9,-309-11 3,7 0 2,3 0 20,-119 6-33,0 2 0,0 1 0,1 2 1,59 9-1,-40 1 16,0-3 0,0-3 0,0-2 0,0-3 0,68-10 0,-110 9-1,-9 1-1,0-1 0,0 1 1,-1-2-1,1 1 0,-1-1 0,1-1 1,10-6-1,-20 10-4,-2 0-1,1 0 0,0 0 1,0 0-1,0 0 0,-1 0 1,1 0-1,0 0 0,0 0 1,0 0-1,-1 0 0,1 0 1,0 0-1,0 0 0,0-1 0,0 1 1,-1 0-1,1 0 0,0 0 1,0 0-1,0 0 0,0-1 1,0 1-1,0 0 0,-1 0 1,1 0-1,0-1 0,0 1 1,0 0-1,0 0 0,0 0 1,0 0-1,0-1 0,0 1 1,0 0-1,0 0 0,0 0 1,0-1-1,0 1 0,0 0 1,0 0-1,0 0 0,0-1 1,0 1-1,0 0 0,0 0 1,0 0-1,1-1 0,-1 1 1,0 0-1,0 0 0,0 0 1,0 0-1,0-1 0,0 1 1,1 0-1,-1 0 0,0 0 1,0 0-1,1 0 0,-99-1-755,24 1-1406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2:04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12 248 5849,'0'0'3980,"-2"-5"-3616,-2 1-569,-2-8 1456,6 12-1182,1-1-1,-1 1 1,1 0 0,-1-1 0,1 1 0,-1-1-1,1 1 1,-1 0 0,1-1 0,-1 1 0,1 0-1,-1 0 1,1-1 0,-1 1 0,1 0 0,-1 0 0,1 0-1,0 0 1,-1 0 0,1 0 0,-1 0 0,1 0-1,0 0 1,-1 0 0,1 0 0,-1 0 0,2 0-1,602-12 2804,-557 9-2852,-1-1 0,74-17 0,-15 1 86,-15 15-84,-72 5-16,1 0 0,-1-2 0,0 0 0,24-6 0,404-92 181,-413 96-201,2 2 0,-1 1 0,0 1 0,41 7 0,45 0 60,55-10-40,186 6 6,-346-1-13,0 1 0,0 0 1,26 10-1,-26-7 0,1-2 0,-1 0 0,22 3 0,27-4 5,1-2-1,-1-3 1,115-20 0,-127 17-12,0 3 0,-1 1 0,1 3 1,86 13-1,-56-8 4,0-5 0,0-3 0,93-13 0,95-2-13,238 1-40,-345 8 49,-97 6 27,118-16 0,-138 9-25,0 2 1,0 1-1,0 3 0,78 7 1,-90 9 17,-23-4-16,-11-10 3,0 0 0,0 0 0,0 1 0,0-1 0,0 0 0,0 0 0,0 0 0,0 1 0,0-1-1,0 0 1,0 0 0,0 0 0,-1 1 0,1-1 0,0 0 0,0 0 0,0 0 0,0 0 0,-1 1 0,1-1 0,0 0 0,0 0 0,0 0-1,0 0 1,-1 0 0,1 0 0,0 1 0,0-1 0,-1 0 0,1 0 0,0 0 0,0 0 0,0 0 0,-1 0 0,1 0 0,0 0 0,0 0 0,-1 0-1,1 0 1,0 0 0,0 0 0,0 0 0,-1-1 0,1 1 0,0 0 0,0 0 0,0 0 0,-1 0 0,-40-2-1314,-25-6-3993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2:05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42 4849,'0'0'7038,"-6"-7"-6746,-15-20-103,21 27-184,0 0 0,0-1 0,0 1 0,0 0 0,0 0 0,0 0 0,0-1 0,0 1 0,0 0 0,0 0 0,0 0 0,0-1 0,0 1 0,0 0 0,0 0 0,0 0 0,0-1 0,0 1 0,0 0 0,0 0-1,0 0 1,0-1 0,0 1 0,0 0 0,0 0 0,0 0 0,1-1 0,-1 1 0,0 0 0,0 0 0,0 0 0,0 0 0,1-1 0,-1 1 0,0 0 0,0 0 0,0 0 0,0 0 0,1 0 0,-1 0 0,0 0 0,0 0 0,0 0 0,1 0 0,-1 0 0,0 0 0,0 0 0,1 0 0,-1 0 0,0 0 0,0 0 0,0 0 0,1 0 0,-1 0 0,0 0 0,0 0 0,0 0 0,1 0 0,-1 0 0,0 0 0,0 0 0,1 1-1,15 1 107,-6 8-60,1 0-1,-2 0 1,1 1-1,-1 0 1,-1 0-1,0 1 1,10 21-1,-11-14 72,-1 1 1,-1 0-1,-1-1 0,0 2 1,-2-1-1,0 0 0,-2 0 1,-2 32-1,3 25 243,19 139-136,2 77-61,-22-290-168,0 46 3,-2 0 0,-10 69-1,-12 83 26,8-42-6,12-133-14,-1-2 1,-2 1 0,0-1 0,-1 0 0,-20 38 0,25-60 10,-53-2-2499,35 0 21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2:06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158 200 2793,'0'0'8036,"-5"-6"-6984,-16-18-242,20 24-783,1 0 1,0-1 0,-1 1-1,1-1 1,0 1 0,0 0 0,0-1-1,-1 1 1,1-1 0,0 1-1,0-1 1,0 1 0,0-1-1,0 1 1,0-1 0,0 1-1,0-1 1,0 1 0,0-1-1,0 1 1,0-1 0,0 1-1,0-1 1,1 1 0,-1 0 0,0-1-1,0 1 1,0-1 0,1 1-1,-1-1 1,0 1 0,1 0-1,-1-1 1,0 1 0,1 0-1,-1-1 1,0 1 0,1 0-1,-1-1 1,1 1 0,-1 0-1,0 0 1,1 0 0,-1-1 0,1 1-1,-1 0 1,1 0 0,25-8 79,-23 7 21,458-115 922,-430 108-1036,-1 1 1,2 2 0,-1 1-1,0 2 1,1 1 0,0 1-1,36 6 1,-56-2-6,0 0 1,0 1 0,-1 0-1,0 0 1,0 1-1,0 1 1,-1 0-1,11 9 1,21 14 5,-13-12-5,-1 0 0,-1 2 0,-1 1 0,26 28 0,-43-40-6,-1 1 0,0-1 1,-1 2-1,0-1 0,0 1 0,-1 0 0,-1 1 0,0 0 0,0-1 0,-1 1 0,-1 1 0,0-1 0,-1 0 0,2 18 0,-3 9 7,-1 0-1,-1 1 1,-3-1 0,-1 0-1,-17 64 1,17-82-9,-2 0 1,0 0-1,-1-1 0,-1-1 1,-1 1-1,0-1 0,-2-1 0,0 0 1,-1-1-1,-25 27 0,-354 340 24,173-171-18,156-153 21,-84 62 1,108-94-21,-1-2 0,-1-1 1,-78 33-1,110-54-1,0-1-1,0 0 1,0-1 0,0 0 0,0 0 0,0-1 0,-13 0-1,22-1-7,-1 0 0,1 0-1,0 0 1,0 0-1,0 0 1,-1 0-1,1 0 1,0 0-1,0 0 1,0 0 0,-1 0-1,1 0 1,0 0-1,0 0 1,0 0-1,-1 0 1,1-1 0,0 1-1,0 0 1,0 0-1,0 0 1,0 0-1,-1 0 1,1 0 0,0-1-1,0 1 1,0 0-1,0 0 1,0 0-1,0 0 1,0-1-1,-1 1 1,1 0 0,0 0-1,0 0 1,0-1-1,0 1 1,0 0-1,0 0 1,0 0 0,0-1-1,0 1 1,0 0-1,0 0 1,0 0-1,0-1 1,0 1-1,1 0 1,-1-7-202,1 0-1,0 0 1,1 0-1,0 0 1,0 0-1,0 0 1,1 1-1,0-1 1,7-11 0,-10 18 182,26-53-4124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2:08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1784,'0'0'889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2:08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352 113 4209,'42'-46'1972,"-41"45"-1883,-1 1-1,0-1 1,0 1-1,1-1 0,-1 0 1,0 1-1,0-1 1,0 0-1,0 1 1,0-1-1,0 0 1,0 1-1,0-1 0,0 0 1,0 1-1,0-1 1,0 1-1,0-1 1,-1 0-1,1 1 0,0-1 1,0 0-1,-1 1 1,1-1-1,0 1 1,-1-1-1,1 1 0,-1-1 1,1 1-1,-1-1 1,1 1-1,-1-1 1,1 1-1,-1 0 0,1-1 1,-1 1-1,1 0 1,-2-1-1,-26-13 1537,22 11-955,-3-1-409,0-1 0,0 2 0,0-1 0,0 1 0,0 1 1,-1 0-1,1 0 0,-1 1 0,1 0 0,-12 1 0,11 0-235,0 0 1,0 2 0,-1-1-1,1 1 1,0 0 0,0 1-1,1 0 1,-1 1 0,1 0-1,0 1 1,0 0 0,0 0-1,0 1 1,1 0 0,0 0-1,0 1 1,1 0 0,0 0-1,0 1 1,0 0 0,1 0-1,0 1 1,1-1 0,-7 17-1,7-12 15,1 1 0,0 0-1,1 0 1,1 0 0,0 0-1,1 0 1,0 0 0,1 1-1,3 24 1,-1-31-20,-1 0 0,1 0 0,0 0 0,0-1 1,1 1-1,0-1 0,1 1 0,0-1 0,0 0 0,0 0 0,1-1 1,0 1-1,0-1 0,1 0 0,-1 0 0,1-1 0,1 0 0,8 6 0,-11-8-14,1-1 0,0 0-1,0 0 1,0-1-1,0 1 1,0-1-1,0 0 1,1 0-1,-1-1 1,0 0 0,0 0-1,1 0 1,-1 0-1,0-1 1,0 0-1,1 0 1,-1 0-1,0-1 1,0 0 0,-1 0-1,1 0 1,0 0-1,0-1 1,-1 0-1,0 0 1,5-4-1,11-9 29,-1-1-1,-1 0 0,32-40 0,-42 48-22,32-41-21,-21 24-114,1 1 0,1 1-1,2 1 1,0 0-1,1 2 1,41-28 0,-45 38-2615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27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45 3113,'0'0'8834,"-18"-6"-7837,-90-32 976,107 38-1963,-2 0 768,5 8-212,127 284 713,-105-247-1240,2-1 0,57 75 0,-70-103-31,1 0-1,0-1 0,1-1 0,1 0 1,0-1-1,1 0 0,0-2 0,1 0 1,34 15-1,-47-24-83,1 0 1,0 0-1,-1-1 0,1 0 1,0-1-1,6 1 0,-12-1 61,1 0-1,-1 0 0,0 0 1,0 0-1,0 0 0,0 0 1,0 0-1,0 0 0,1 0 1,-1 0-1,0 0 0,0 0 1,0 0-1,0 0 0,0 0 1,0 0-1,0 0 0,1-1 1,-1 1-1,0 0 0,0 0 0,0 0 1,0 0-1,0 0 0,0 0 1,0 0-1,0 0 0,0 0 1,0-1-1,0 1 0,1 0 1,-1 0-1,0 0 0,0 0 1,0 0-1,0 0 0,0-1 1,0 1-1,0 0 0,0 0 1,0 0-1,0 0 0,0 0 1,0 0-1,0 0 0,0-1 1,0 1-1,0 0 0,-1 0 1,1 0-1,0 0 0,0 0 1,0 0-1,0 0 0,0-1 1,0 1-1,0 0 0,0 0 1,0 0-1,0 0 0,0 0 0,-1 0 1,1 0-1,0 0 0,-12-29-3174,-24-13-5178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27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529 50 7682,'0'0'7106,"1"-11"-6837,-1 4-220,2-23 35,-1 28 18,-1 21 109,-1-1-38,-1 0 0,0 0 0,-2-1 0,0 1-1,0-1 1,-11 24 0,-247 583 641,69-179-660,184-424-150,0 1-1,2 0 1,1 0-1,0 1 1,-3 32-1,11-29-211,-2-25 176,1-1 1,-1 1 0,0-1 0,0 1 0,0-1-1,1 0 1,-1 1 0,0-1 0,0 1 0,1-1-1,-1 0 1,0 1 0,1-1 0,-1 0 0,0 1-1,1-1 1,-1 0 0,1 0 0,-1 0 0,0 1 0,1-1-1,-1 0 1,1 0 0,-1 0 0,1 0 0,-1 0-1,1 1 1,2-2-205,-1 0 0,1 0-1,-1 0 1,0 0 0,0-1 0,0 1-1,0 0 1,0-1 0,0 0 0,0 1-1,0-1 1,0 0 0,-1 0 0,1 0-1,2-3 1,22-42-7691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29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173 208 5665,'0'0'8901,"-2"-3"-8376,2 3-514,-1-1 1,1 1-1,0-1 0,-1 1 0,1-1 1,0 1-1,-1-1 0,1 0 0,0 1 0,0-1 1,0 0-1,-1 1 0,1-1 0,0 1 0,0-1 1,0 0-1,0 1 0,0-1 0,0 0 1,0 1-1,1-1 0,-1 0 0,0 1 0,0-1 1,0 1-1,1-1 0,-1 0 0,0 1 1,1-1-1,-1 0 0,22-20 233,48-18 70,-45 26-192,15-9-83,0 2 0,78-27 0,-99 41-35,0 1-1,0 1 1,0 0-1,1 2 1,0 0-1,-1 1 1,1 1-1,38 5 0,-52-4 0,-1 1-1,0-1 0,1 1 0,-1 0 0,0 1 0,0-1 1,-1 1-1,1 0 0,0 0 0,-1 1 0,0-1 0,0 1 1,0 0-1,0 0 0,0 0 0,-1 0 0,0 1 0,0 0 1,0-1-1,-1 1 0,1 0 0,-1 0 0,0 1 0,-1-1 1,3 8-1,1 13 17,-1-1 0,-1 1 0,-2 0 1,0 28-1,-1-42-13,-2 13 31,0 1 1,-2-1-1,0 0 0,-2 0 1,-1 0-1,-1-1 0,-1 0 0,-1 0 1,-1-1-1,-1 0 0,-25 35 0,13-26 13,-1 0 0,-1-2-1,-2-1 1,-1-1 0,-1-1-1,-60 40 1,86-63-44,4-4-6,-1 1 1,0 0-1,0-1 0,0 1 1,1 0-1,-1-1 1,0 1-1,0-1 0,0 0 1,0 1-1,0-1 0,0 0 1,0 1-1,0-1 1,0 0-1,0 0 0,0 0 1,0 0-1,0 0 1,0 0-1,0 0 0,-1 0 1,3-18-97,3 9 99,-1-1 0,1 1 0,1 0 0,0 0 0,0 0 0,1 1 1,0 0-1,0 0 0,1 0 0,10-9 0,-1 3 1,0 0 0,1 2 0,0 0 0,20-10 0,-25 16-7,1 0-1,0 1 0,1 0 0,-1 1 0,1 1 1,0 0-1,-1 1 0,1 1 0,0 0 1,1 1-1,19 2 0,-31-2 4,0 0 0,0 1 0,0-1 0,-1 1 0,1 0 0,0 0 0,0 0 0,-1 0 0,1 1-1,-1-1 1,1 1 0,-1-1 0,1 1 0,-1 0 0,0 0 0,0 0 0,0 0 0,0 0 0,0 1 0,0-1 0,-1 0 0,1 1 0,-1 0 0,0-1 0,0 1 0,0 0 0,0-1 0,0 1 0,0 3-1,2 11 5,0-1 0,-2 0 0,0 0-1,-1 19 1,0-17 6,-2 2 17,0 0 1,-1 0 0,-1 0 0,-1 0-1,0-1 1,-2 0 0,0 0-1,-1-1 1,-1 0 0,-22 34 0,-4-3 45,-2-1 0,-59 60 0,65-76 6,-2-1 1,0-2-1,-3-1 1,0-2-1,-1-1 1,-2-2-1,0-2 1,-1-1-1,-44 14 1,65-29 18,-1 0 1,0-1 0,0-2 0,0 0 0,-40-1 0,56-1-80,3 0-31,0 0 0,0 0 1,0 1-1,1-1 0,-1 0 0,0 0 1,0-1-1,0 1 0,0 0 0,0 0 1,0 0-1,1 0 0,-1-1 1,0 1-1,0 0 0,0-1 0,0 1 1,1-1-1,-1 1 0,0-1 0,1 1 1,-1-1-1,0 1 0,1-1 0,-1 0 1,1 1-1,-1-1 0,1 0 1,-1 0-1,1 1 0,-1-1 0,1 0 1,0 0-1,-1 0 0,1 0 0,0 1 1,0-1-1,0 0 0,-1 0 0,1 0 1,0 0-1,0 0 0,0 0 1,1 1-1,-1-3 0,1 0-301,0-1 1,0 0-1,1 1 0,-1-1 0,1 1 0,0-1 1,0 1-1,0-1 0,2-2 0,17-16-6396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05:47:29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26 4425,'0'0'8182,"-6"-5"-7154,-20-16-65,120 25 1160,-47-4-2987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3A152-BA46-F34D-5947-77542CFE2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90F78-BC7A-A567-9F40-49B88129F7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20AF3-CF1A-9625-3AC5-08C772701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E778-DA44-4FD8-BE7F-D1B7C9C055E0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4AD85-FB55-E586-47D3-F2CB8111C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36964-B53B-8945-48FD-D89EBA9B9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3D14-955C-46E0-BA71-770B6F8D2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95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A1CE3-7E78-B0B3-5DCE-D3857FCCF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AB743-C43B-89E4-A451-F6087EC66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27D64-418B-1167-1B6C-DD6A2109F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E778-DA44-4FD8-BE7F-D1B7C9C055E0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F1A0A-E24A-8D33-494A-4E282CD90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D9D2C-5310-1E78-7D5D-0878E455D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3D14-955C-46E0-BA71-770B6F8D2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88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266F8-46BF-D968-0264-DA8E3CC8D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4777B-CE6B-0A6B-BF9A-6EB9358FB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9A905-0810-860A-7A6C-31B63BB98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E778-DA44-4FD8-BE7F-D1B7C9C055E0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03E17-119B-241A-7D71-CB80CA5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ED0F8-A629-DA10-2B96-D9BE32D69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3D14-955C-46E0-BA71-770B6F8D2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256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D3B22-7F50-D46B-1F0E-DF37C732F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23371-D96E-26B7-899F-D77BEB2B17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FA1884-080C-0E37-90A8-D3DDB8816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5D67C-9861-4C9E-A848-D80AD85AB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E778-DA44-4FD8-BE7F-D1B7C9C055E0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5E710-FFB4-0B43-1BEE-4AB4B8EED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4038C-4567-991E-E2A2-31D872BAD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3D14-955C-46E0-BA71-770B6F8D2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63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E1918-F396-3E29-81AF-77B9F6175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501AF-CA0B-4AB3-C1C8-389D581D1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55F7C-37A2-7AC6-D20C-0524E4403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C6810B-E12D-B774-7381-D9BCBC8DB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40ECC1-82C3-51F6-4776-8A59261DD5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C1C1CC-B791-CF7A-87DE-D696BE191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E778-DA44-4FD8-BE7F-D1B7C9C055E0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301F4A-866D-11AD-3BCB-A3B70098A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0A7DFB-C381-275A-E49A-4A3A16C95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3D14-955C-46E0-BA71-770B6F8D2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69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3EF45-9B87-6475-54FE-5C15C0708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D1AD5D-457F-814B-F701-B9E3B8D77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E778-DA44-4FD8-BE7F-D1B7C9C055E0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7E6E18-1E0B-C37B-9342-19C17992E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2AC002-DE7A-DB6C-E730-715C03F82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3D14-955C-46E0-BA71-770B6F8D2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6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A8285C-EF9A-E63E-56D2-4D3E5E6B8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E778-DA44-4FD8-BE7F-D1B7C9C055E0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47176B-7857-CBE4-1133-15801E9F1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8D4EC-B9C2-C65C-8ED4-5B67AD8E3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3D14-955C-46E0-BA71-770B6F8D2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7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A5CAE-6959-24A9-E114-CF8BA6C32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5D40C-CDF3-35D0-E6B7-5E196B319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08A7A9-C167-F823-41F5-FFFE2C1EB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C4C56-949E-14F2-ED37-77293FDBF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E778-DA44-4FD8-BE7F-D1B7C9C055E0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F81F3-9E6D-FB22-D3DB-D10EE1726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9A7F8-E4B2-8905-1062-B98C1B8D1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3D14-955C-46E0-BA71-770B6F8D2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616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E23A4-BFA9-35DE-D30F-5D0FC4C39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7BDF92-196E-1DEF-AD58-2D56AA4FC7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7C312-2E4D-9C85-A51A-7F409EC8B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70EC8-3F3C-363E-4C11-C5BF5BFDC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E778-DA44-4FD8-BE7F-D1B7C9C055E0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C475F-9CA5-BF2B-A14B-F74D485A9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44D18-3753-D904-E79E-591BF9C07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3D14-955C-46E0-BA71-770B6F8D2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71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1952-9859-9265-DC74-FA386CFED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C6F5F-0135-D497-EB4C-D86859ADB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77957-886A-4D57-8E93-3AC853896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E778-DA44-4FD8-BE7F-D1B7C9C055E0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68D35-D3D8-EE86-EB1D-5E64BCBA1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501A3-A9F7-9E57-DACD-A0851D62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3D14-955C-46E0-BA71-770B6F8D2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713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A67BDC-9A58-65C8-BFB0-7276905E2B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7D1DD0-339D-7D15-DAD1-CC5C7C194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45FFA-2C2A-913B-025E-72380B80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E778-DA44-4FD8-BE7F-D1B7C9C055E0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4C717-252C-C077-C713-CB78D2E2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8D911-7C51-7BFE-0FD2-2C71242C7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93D14-955C-46E0-BA71-770B6F8D2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989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485554-2BE5-C060-5147-DAEEAE296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AC026-ACF5-3CAA-C12D-A2E946E3D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98A2E-D9C7-E409-A9ED-4EDE421B38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EE778-DA44-4FD8-BE7F-D1B7C9C055E0}" type="datetimeFigureOut">
              <a:rPr lang="en-US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BCDD6-5FDE-2924-1D4C-2A00C97CC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F5509-0BBB-E280-57BD-9F5700CC0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93D14-955C-46E0-BA71-770B6F8D2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9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324" Type="http://schemas.openxmlformats.org/officeDocument/2006/relationships/image" Target="../media/image161.png"/><Relationship Id="rId531" Type="http://schemas.openxmlformats.org/officeDocument/2006/relationships/image" Target="../media/image264.png"/><Relationship Id="rId629" Type="http://schemas.openxmlformats.org/officeDocument/2006/relationships/image" Target="../media/image312.png"/><Relationship Id="rId170" Type="http://schemas.openxmlformats.org/officeDocument/2006/relationships/customXml" Target="../ink/ink85.xml"/><Relationship Id="rId268" Type="http://schemas.openxmlformats.org/officeDocument/2006/relationships/customXml" Target="../ink/ink134.xml"/><Relationship Id="rId475" Type="http://schemas.openxmlformats.org/officeDocument/2006/relationships/image" Target="../media/image236.png"/><Relationship Id="rId32" Type="http://schemas.openxmlformats.org/officeDocument/2006/relationships/customXml" Target="../ink/ink16.xml"/><Relationship Id="rId128" Type="http://schemas.openxmlformats.org/officeDocument/2006/relationships/customXml" Target="../ink/ink64.xml"/><Relationship Id="rId335" Type="http://schemas.openxmlformats.org/officeDocument/2006/relationships/image" Target="../media/image166.png"/><Relationship Id="rId542" Type="http://schemas.openxmlformats.org/officeDocument/2006/relationships/customXml" Target="../ink/ink272.xml"/><Relationship Id="rId181" Type="http://schemas.openxmlformats.org/officeDocument/2006/relationships/image" Target="../media/image90.png"/><Relationship Id="rId402" Type="http://schemas.openxmlformats.org/officeDocument/2006/relationships/customXml" Target="../ink/ink202.xml"/><Relationship Id="rId279" Type="http://schemas.openxmlformats.org/officeDocument/2006/relationships/image" Target="../media/image139.png"/><Relationship Id="rId486" Type="http://schemas.openxmlformats.org/officeDocument/2006/relationships/customXml" Target="../ink/ink244.xml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346" Type="http://schemas.openxmlformats.org/officeDocument/2006/relationships/customXml" Target="../ink/ink174.xml"/><Relationship Id="rId553" Type="http://schemas.openxmlformats.org/officeDocument/2006/relationships/image" Target="../media/image27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413" Type="http://schemas.openxmlformats.org/officeDocument/2006/relationships/image" Target="../media/image205.png"/><Relationship Id="rId497" Type="http://schemas.openxmlformats.org/officeDocument/2006/relationships/image" Target="../media/image247.png"/><Relationship Id="rId620" Type="http://schemas.openxmlformats.org/officeDocument/2006/relationships/customXml" Target="../ink/ink312.xml"/><Relationship Id="rId357" Type="http://schemas.openxmlformats.org/officeDocument/2006/relationships/image" Target="../media/image177.png"/><Relationship Id="rId54" Type="http://schemas.openxmlformats.org/officeDocument/2006/relationships/customXml" Target="../ink/ink27.xml"/><Relationship Id="rId217" Type="http://schemas.openxmlformats.org/officeDocument/2006/relationships/image" Target="../media/image108.png"/><Relationship Id="rId564" Type="http://schemas.openxmlformats.org/officeDocument/2006/relationships/customXml" Target="../ink/ink283.xml"/><Relationship Id="rId424" Type="http://schemas.openxmlformats.org/officeDocument/2006/relationships/customXml" Target="../ink/ink213.xml"/><Relationship Id="rId631" Type="http://schemas.openxmlformats.org/officeDocument/2006/relationships/image" Target="../media/image313.png"/><Relationship Id="rId270" Type="http://schemas.openxmlformats.org/officeDocument/2006/relationships/customXml" Target="../ink/ink135.xml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customXml" Target="../ink/ink185.xml"/><Relationship Id="rId575" Type="http://schemas.openxmlformats.org/officeDocument/2006/relationships/image" Target="../media/image286.png"/><Relationship Id="rId228" Type="http://schemas.openxmlformats.org/officeDocument/2006/relationships/customXml" Target="../ink/ink114.xml"/><Relationship Id="rId435" Type="http://schemas.openxmlformats.org/officeDocument/2006/relationships/image" Target="../media/image216.png"/><Relationship Id="rId642" Type="http://schemas.openxmlformats.org/officeDocument/2006/relationships/image" Target="../media/image318.png"/><Relationship Id="rId281" Type="http://schemas.openxmlformats.org/officeDocument/2006/relationships/image" Target="../media/image140.png"/><Relationship Id="rId502" Type="http://schemas.openxmlformats.org/officeDocument/2006/relationships/customXml" Target="../ink/ink252.xml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379" Type="http://schemas.openxmlformats.org/officeDocument/2006/relationships/image" Target="../media/image188.png"/><Relationship Id="rId586" Type="http://schemas.openxmlformats.org/officeDocument/2006/relationships/image" Target="../media/image291.png"/><Relationship Id="rId7" Type="http://schemas.openxmlformats.org/officeDocument/2006/relationships/image" Target="../media/image3.png"/><Relationship Id="rId239" Type="http://schemas.openxmlformats.org/officeDocument/2006/relationships/image" Target="../media/image119.png"/><Relationship Id="rId446" Type="http://schemas.openxmlformats.org/officeDocument/2006/relationships/customXml" Target="../ink/ink224.xml"/><Relationship Id="rId292" Type="http://schemas.openxmlformats.org/officeDocument/2006/relationships/customXml" Target="../ink/ink146.xml"/><Relationship Id="rId306" Type="http://schemas.openxmlformats.org/officeDocument/2006/relationships/image" Target="../media/image152.png"/><Relationship Id="rId87" Type="http://schemas.openxmlformats.org/officeDocument/2006/relationships/image" Target="../media/image43.png"/><Relationship Id="rId513" Type="http://schemas.openxmlformats.org/officeDocument/2006/relationships/image" Target="../media/image255.png"/><Relationship Id="rId597" Type="http://schemas.openxmlformats.org/officeDocument/2006/relationships/customXml" Target="../ink/ink300.xml"/><Relationship Id="rId152" Type="http://schemas.openxmlformats.org/officeDocument/2006/relationships/customXml" Target="../ink/ink76.xml"/><Relationship Id="rId457" Type="http://schemas.openxmlformats.org/officeDocument/2006/relationships/image" Target="../media/image227.png"/><Relationship Id="rId14" Type="http://schemas.openxmlformats.org/officeDocument/2006/relationships/customXml" Target="../ink/ink7.xml"/><Relationship Id="rId317" Type="http://schemas.openxmlformats.org/officeDocument/2006/relationships/customXml" Target="../ink/ink159.xml"/><Relationship Id="rId524" Type="http://schemas.openxmlformats.org/officeDocument/2006/relationships/customXml" Target="../ink/ink263.xml"/><Relationship Id="rId98" Type="http://schemas.openxmlformats.org/officeDocument/2006/relationships/customXml" Target="../ink/ink49.xml"/><Relationship Id="rId163" Type="http://schemas.openxmlformats.org/officeDocument/2006/relationships/image" Target="../media/image81.png"/><Relationship Id="rId370" Type="http://schemas.openxmlformats.org/officeDocument/2006/relationships/customXml" Target="../ink/ink186.xml"/><Relationship Id="rId230" Type="http://schemas.openxmlformats.org/officeDocument/2006/relationships/customXml" Target="../ink/ink115.xml"/><Relationship Id="rId468" Type="http://schemas.openxmlformats.org/officeDocument/2006/relationships/customXml" Target="../ink/ink235.xml"/><Relationship Id="rId25" Type="http://schemas.openxmlformats.org/officeDocument/2006/relationships/image" Target="../media/image12.png"/><Relationship Id="rId328" Type="http://schemas.openxmlformats.org/officeDocument/2006/relationships/image" Target="../media/image163.png"/><Relationship Id="rId535" Type="http://schemas.openxmlformats.org/officeDocument/2006/relationships/image" Target="../media/image266.png"/><Relationship Id="rId174" Type="http://schemas.openxmlformats.org/officeDocument/2006/relationships/customXml" Target="../ink/ink87.xml"/><Relationship Id="rId381" Type="http://schemas.openxmlformats.org/officeDocument/2006/relationships/image" Target="../media/image189.png"/><Relationship Id="rId602" Type="http://schemas.openxmlformats.org/officeDocument/2006/relationships/image" Target="../media/image299.png"/><Relationship Id="rId241" Type="http://schemas.openxmlformats.org/officeDocument/2006/relationships/image" Target="../media/image120.png"/><Relationship Id="rId479" Type="http://schemas.openxmlformats.org/officeDocument/2006/relationships/image" Target="../media/image238.png"/><Relationship Id="rId36" Type="http://schemas.openxmlformats.org/officeDocument/2006/relationships/customXml" Target="../ink/ink18.xml"/><Relationship Id="rId339" Type="http://schemas.openxmlformats.org/officeDocument/2006/relationships/image" Target="../media/image168.png"/><Relationship Id="rId546" Type="http://schemas.openxmlformats.org/officeDocument/2006/relationships/customXml" Target="../ink/ink274.xml"/><Relationship Id="rId101" Type="http://schemas.openxmlformats.org/officeDocument/2006/relationships/image" Target="../media/image50.png"/><Relationship Id="rId185" Type="http://schemas.openxmlformats.org/officeDocument/2006/relationships/image" Target="../media/image92.png"/><Relationship Id="rId406" Type="http://schemas.openxmlformats.org/officeDocument/2006/relationships/customXml" Target="../ink/ink204.xml"/><Relationship Id="rId392" Type="http://schemas.openxmlformats.org/officeDocument/2006/relationships/customXml" Target="../ink/ink197.xml"/><Relationship Id="rId613" Type="http://schemas.openxmlformats.org/officeDocument/2006/relationships/customXml" Target="../ink/ink308.xml"/><Relationship Id="rId252" Type="http://schemas.openxmlformats.org/officeDocument/2006/relationships/customXml" Target="../ink/ink126.xml"/><Relationship Id="rId47" Type="http://schemas.openxmlformats.org/officeDocument/2006/relationships/image" Target="../media/image23.png"/><Relationship Id="rId112" Type="http://schemas.openxmlformats.org/officeDocument/2006/relationships/customXml" Target="../ink/ink56.xml"/><Relationship Id="rId557" Type="http://schemas.openxmlformats.org/officeDocument/2006/relationships/image" Target="../media/image277.png"/><Relationship Id="rId196" Type="http://schemas.openxmlformats.org/officeDocument/2006/relationships/customXml" Target="../ink/ink98.xml"/><Relationship Id="rId417" Type="http://schemas.openxmlformats.org/officeDocument/2006/relationships/image" Target="../media/image207.png"/><Relationship Id="rId624" Type="http://schemas.openxmlformats.org/officeDocument/2006/relationships/customXml" Target="../ink/ink314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63" Type="http://schemas.openxmlformats.org/officeDocument/2006/relationships/image" Target="../media/image131.png"/><Relationship Id="rId319" Type="http://schemas.openxmlformats.org/officeDocument/2006/relationships/customXml" Target="../ink/ink160.xml"/><Relationship Id="rId470" Type="http://schemas.openxmlformats.org/officeDocument/2006/relationships/customXml" Target="../ink/ink236.xml"/><Relationship Id="rId526" Type="http://schemas.openxmlformats.org/officeDocument/2006/relationships/customXml" Target="../ink/ink264.xml"/><Relationship Id="rId58" Type="http://schemas.openxmlformats.org/officeDocument/2006/relationships/customXml" Target="../ink/ink29.xml"/><Relationship Id="rId123" Type="http://schemas.openxmlformats.org/officeDocument/2006/relationships/image" Target="../media/image61.png"/><Relationship Id="rId330" Type="http://schemas.openxmlformats.org/officeDocument/2006/relationships/image" Target="../media/image164.png"/><Relationship Id="rId568" Type="http://schemas.openxmlformats.org/officeDocument/2006/relationships/customXml" Target="../ink/ink285.xml"/><Relationship Id="rId165" Type="http://schemas.openxmlformats.org/officeDocument/2006/relationships/image" Target="../media/image82.png"/><Relationship Id="rId372" Type="http://schemas.openxmlformats.org/officeDocument/2006/relationships/customXml" Target="../ink/ink187.xml"/><Relationship Id="rId428" Type="http://schemas.openxmlformats.org/officeDocument/2006/relationships/customXml" Target="../ink/ink215.xml"/><Relationship Id="rId635" Type="http://schemas.openxmlformats.org/officeDocument/2006/relationships/image" Target="../media/image315.png"/><Relationship Id="rId232" Type="http://schemas.openxmlformats.org/officeDocument/2006/relationships/customXml" Target="../ink/ink116.xml"/><Relationship Id="rId274" Type="http://schemas.openxmlformats.org/officeDocument/2006/relationships/customXml" Target="../ink/ink137.xml"/><Relationship Id="rId481" Type="http://schemas.openxmlformats.org/officeDocument/2006/relationships/image" Target="../media/image239.png"/><Relationship Id="rId27" Type="http://schemas.openxmlformats.org/officeDocument/2006/relationships/image" Target="../media/image13.png"/><Relationship Id="rId69" Type="http://schemas.openxmlformats.org/officeDocument/2006/relationships/image" Target="../media/image34.png"/><Relationship Id="rId134" Type="http://schemas.openxmlformats.org/officeDocument/2006/relationships/customXml" Target="../ink/ink67.xml"/><Relationship Id="rId537" Type="http://schemas.openxmlformats.org/officeDocument/2006/relationships/image" Target="../media/image267.png"/><Relationship Id="rId579" Type="http://schemas.openxmlformats.org/officeDocument/2006/relationships/image" Target="../media/image288.png"/><Relationship Id="rId80" Type="http://schemas.openxmlformats.org/officeDocument/2006/relationships/customXml" Target="../ink/ink40.xml"/><Relationship Id="rId176" Type="http://schemas.openxmlformats.org/officeDocument/2006/relationships/customXml" Target="../ink/ink88.xml"/><Relationship Id="rId341" Type="http://schemas.openxmlformats.org/officeDocument/2006/relationships/image" Target="../media/image169.png"/><Relationship Id="rId383" Type="http://schemas.openxmlformats.org/officeDocument/2006/relationships/image" Target="../media/image190.png"/><Relationship Id="rId439" Type="http://schemas.openxmlformats.org/officeDocument/2006/relationships/image" Target="../media/image218.png"/><Relationship Id="rId590" Type="http://schemas.openxmlformats.org/officeDocument/2006/relationships/image" Target="../media/image293.png"/><Relationship Id="rId604" Type="http://schemas.openxmlformats.org/officeDocument/2006/relationships/image" Target="../media/image300.png"/><Relationship Id="rId646" Type="http://schemas.openxmlformats.org/officeDocument/2006/relationships/image" Target="../media/image320.png"/><Relationship Id="rId201" Type="http://schemas.openxmlformats.org/officeDocument/2006/relationships/image" Target="../media/image100.png"/><Relationship Id="rId243" Type="http://schemas.openxmlformats.org/officeDocument/2006/relationships/image" Target="../media/image121.png"/><Relationship Id="rId285" Type="http://schemas.openxmlformats.org/officeDocument/2006/relationships/image" Target="../media/image142.png"/><Relationship Id="rId450" Type="http://schemas.openxmlformats.org/officeDocument/2006/relationships/customXml" Target="../ink/ink226.xml"/><Relationship Id="rId506" Type="http://schemas.openxmlformats.org/officeDocument/2006/relationships/customXml" Target="../ink/ink254.xml"/><Relationship Id="rId38" Type="http://schemas.openxmlformats.org/officeDocument/2006/relationships/customXml" Target="../ink/ink19.xml"/><Relationship Id="rId103" Type="http://schemas.openxmlformats.org/officeDocument/2006/relationships/image" Target="../media/image51.png"/><Relationship Id="rId310" Type="http://schemas.openxmlformats.org/officeDocument/2006/relationships/image" Target="../media/image154.png"/><Relationship Id="rId492" Type="http://schemas.openxmlformats.org/officeDocument/2006/relationships/customXml" Target="../ink/ink247.xml"/><Relationship Id="rId548" Type="http://schemas.openxmlformats.org/officeDocument/2006/relationships/customXml" Target="../ink/ink27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87" Type="http://schemas.openxmlformats.org/officeDocument/2006/relationships/image" Target="../media/image93.png"/><Relationship Id="rId352" Type="http://schemas.openxmlformats.org/officeDocument/2006/relationships/customXml" Target="../ink/ink177.xml"/><Relationship Id="rId394" Type="http://schemas.openxmlformats.org/officeDocument/2006/relationships/customXml" Target="../ink/ink198.xml"/><Relationship Id="rId408" Type="http://schemas.openxmlformats.org/officeDocument/2006/relationships/customXml" Target="../ink/ink205.xml"/><Relationship Id="rId615" Type="http://schemas.openxmlformats.org/officeDocument/2006/relationships/image" Target="../media/image305.png"/><Relationship Id="rId212" Type="http://schemas.openxmlformats.org/officeDocument/2006/relationships/customXml" Target="../ink/ink106.xml"/><Relationship Id="rId254" Type="http://schemas.openxmlformats.org/officeDocument/2006/relationships/customXml" Target="../ink/ink127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96" Type="http://schemas.openxmlformats.org/officeDocument/2006/relationships/image" Target="../media/image147.png"/><Relationship Id="rId461" Type="http://schemas.openxmlformats.org/officeDocument/2006/relationships/image" Target="../media/image229.png"/><Relationship Id="rId517" Type="http://schemas.openxmlformats.org/officeDocument/2006/relationships/image" Target="../media/image257.png"/><Relationship Id="rId559" Type="http://schemas.openxmlformats.org/officeDocument/2006/relationships/image" Target="../media/image278.png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198" Type="http://schemas.openxmlformats.org/officeDocument/2006/relationships/customXml" Target="../ink/ink99.xml"/><Relationship Id="rId321" Type="http://schemas.openxmlformats.org/officeDocument/2006/relationships/customXml" Target="../ink/ink161.xml"/><Relationship Id="rId363" Type="http://schemas.openxmlformats.org/officeDocument/2006/relationships/image" Target="../media/image180.png"/><Relationship Id="rId419" Type="http://schemas.openxmlformats.org/officeDocument/2006/relationships/image" Target="../media/image208.png"/><Relationship Id="rId570" Type="http://schemas.openxmlformats.org/officeDocument/2006/relationships/customXml" Target="../ink/ink286.xml"/><Relationship Id="rId626" Type="http://schemas.openxmlformats.org/officeDocument/2006/relationships/customXml" Target="../ink/ink315.xml"/><Relationship Id="rId223" Type="http://schemas.openxmlformats.org/officeDocument/2006/relationships/image" Target="../media/image111.png"/><Relationship Id="rId430" Type="http://schemas.openxmlformats.org/officeDocument/2006/relationships/customXml" Target="../ink/ink216.xml"/><Relationship Id="rId18" Type="http://schemas.openxmlformats.org/officeDocument/2006/relationships/customXml" Target="../ink/ink9.xml"/><Relationship Id="rId265" Type="http://schemas.openxmlformats.org/officeDocument/2006/relationships/image" Target="../media/image132.png"/><Relationship Id="rId472" Type="http://schemas.openxmlformats.org/officeDocument/2006/relationships/customXml" Target="../ink/ink237.xml"/><Relationship Id="rId528" Type="http://schemas.openxmlformats.org/officeDocument/2006/relationships/customXml" Target="../ink/ink265.xml"/><Relationship Id="rId125" Type="http://schemas.openxmlformats.org/officeDocument/2006/relationships/image" Target="../media/image62.png"/><Relationship Id="rId167" Type="http://schemas.openxmlformats.org/officeDocument/2006/relationships/image" Target="../media/image83.png"/><Relationship Id="rId332" Type="http://schemas.openxmlformats.org/officeDocument/2006/relationships/customXml" Target="../ink/ink167.xml"/><Relationship Id="rId374" Type="http://schemas.openxmlformats.org/officeDocument/2006/relationships/customXml" Target="../ink/ink188.xml"/><Relationship Id="rId581" Type="http://schemas.openxmlformats.org/officeDocument/2006/relationships/customXml" Target="../ink/ink292.xml"/><Relationship Id="rId71" Type="http://schemas.openxmlformats.org/officeDocument/2006/relationships/image" Target="../media/image35.png"/><Relationship Id="rId234" Type="http://schemas.openxmlformats.org/officeDocument/2006/relationships/customXml" Target="../ink/ink117.xml"/><Relationship Id="rId637" Type="http://schemas.openxmlformats.org/officeDocument/2006/relationships/image" Target="../media/image316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76" Type="http://schemas.openxmlformats.org/officeDocument/2006/relationships/customXml" Target="../ink/ink138.xml"/><Relationship Id="rId441" Type="http://schemas.openxmlformats.org/officeDocument/2006/relationships/image" Target="../media/image219.png"/><Relationship Id="rId483" Type="http://schemas.openxmlformats.org/officeDocument/2006/relationships/image" Target="../media/image240.png"/><Relationship Id="rId539" Type="http://schemas.openxmlformats.org/officeDocument/2006/relationships/image" Target="../media/image268.png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178" Type="http://schemas.openxmlformats.org/officeDocument/2006/relationships/customXml" Target="../ink/ink89.xml"/><Relationship Id="rId301" Type="http://schemas.openxmlformats.org/officeDocument/2006/relationships/customXml" Target="../ink/ink151.xml"/><Relationship Id="rId343" Type="http://schemas.openxmlformats.org/officeDocument/2006/relationships/image" Target="../media/image170.png"/><Relationship Id="rId550" Type="http://schemas.openxmlformats.org/officeDocument/2006/relationships/customXml" Target="../ink/ink276.xml"/><Relationship Id="rId82" Type="http://schemas.openxmlformats.org/officeDocument/2006/relationships/customXml" Target="../ink/ink41.xml"/><Relationship Id="rId203" Type="http://schemas.openxmlformats.org/officeDocument/2006/relationships/image" Target="../media/image101.png"/><Relationship Id="rId385" Type="http://schemas.openxmlformats.org/officeDocument/2006/relationships/image" Target="../media/image191.png"/><Relationship Id="rId592" Type="http://schemas.openxmlformats.org/officeDocument/2006/relationships/image" Target="../media/image294.png"/><Relationship Id="rId606" Type="http://schemas.openxmlformats.org/officeDocument/2006/relationships/image" Target="../media/image301.png"/><Relationship Id="rId648" Type="http://schemas.openxmlformats.org/officeDocument/2006/relationships/image" Target="../media/image321.png"/><Relationship Id="rId245" Type="http://schemas.openxmlformats.org/officeDocument/2006/relationships/image" Target="../media/image122.png"/><Relationship Id="rId287" Type="http://schemas.openxmlformats.org/officeDocument/2006/relationships/image" Target="../media/image143.png"/><Relationship Id="rId410" Type="http://schemas.openxmlformats.org/officeDocument/2006/relationships/customXml" Target="../ink/ink206.xml"/><Relationship Id="rId452" Type="http://schemas.openxmlformats.org/officeDocument/2006/relationships/customXml" Target="../ink/ink227.xml"/><Relationship Id="rId494" Type="http://schemas.openxmlformats.org/officeDocument/2006/relationships/customXml" Target="../ink/ink248.xml"/><Relationship Id="rId508" Type="http://schemas.openxmlformats.org/officeDocument/2006/relationships/customXml" Target="../ink/ink255.xml"/><Relationship Id="rId105" Type="http://schemas.openxmlformats.org/officeDocument/2006/relationships/image" Target="../media/image52.png"/><Relationship Id="rId147" Type="http://schemas.openxmlformats.org/officeDocument/2006/relationships/image" Target="../media/image73.png"/><Relationship Id="rId312" Type="http://schemas.openxmlformats.org/officeDocument/2006/relationships/image" Target="../media/image155.png"/><Relationship Id="rId354" Type="http://schemas.openxmlformats.org/officeDocument/2006/relationships/customXml" Target="../ink/ink178.xml"/><Relationship Id="rId51" Type="http://schemas.openxmlformats.org/officeDocument/2006/relationships/image" Target="../media/image25.png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96" Type="http://schemas.openxmlformats.org/officeDocument/2006/relationships/customXml" Target="../ink/ink199.xml"/><Relationship Id="rId561" Type="http://schemas.openxmlformats.org/officeDocument/2006/relationships/image" Target="../media/image279.png"/><Relationship Id="rId617" Type="http://schemas.openxmlformats.org/officeDocument/2006/relationships/image" Target="../media/image306.png"/><Relationship Id="rId214" Type="http://schemas.openxmlformats.org/officeDocument/2006/relationships/customXml" Target="../ink/ink107.xml"/><Relationship Id="rId256" Type="http://schemas.openxmlformats.org/officeDocument/2006/relationships/customXml" Target="../ink/ink128.xml"/><Relationship Id="rId298" Type="http://schemas.openxmlformats.org/officeDocument/2006/relationships/image" Target="../media/image148.png"/><Relationship Id="rId421" Type="http://schemas.openxmlformats.org/officeDocument/2006/relationships/image" Target="../media/image209.png"/><Relationship Id="rId463" Type="http://schemas.openxmlformats.org/officeDocument/2006/relationships/image" Target="../media/image230.png"/><Relationship Id="rId519" Type="http://schemas.openxmlformats.org/officeDocument/2006/relationships/image" Target="../media/image258.png"/><Relationship Id="rId116" Type="http://schemas.openxmlformats.org/officeDocument/2006/relationships/customXml" Target="../ink/ink58.xml"/><Relationship Id="rId158" Type="http://schemas.openxmlformats.org/officeDocument/2006/relationships/customXml" Target="../ink/ink79.xml"/><Relationship Id="rId323" Type="http://schemas.openxmlformats.org/officeDocument/2006/relationships/customXml" Target="../ink/ink162.xml"/><Relationship Id="rId530" Type="http://schemas.openxmlformats.org/officeDocument/2006/relationships/customXml" Target="../ink/ink266.xml"/><Relationship Id="rId20" Type="http://schemas.openxmlformats.org/officeDocument/2006/relationships/customXml" Target="../ink/ink10.xml"/><Relationship Id="rId62" Type="http://schemas.openxmlformats.org/officeDocument/2006/relationships/customXml" Target="../ink/ink31.xml"/><Relationship Id="rId365" Type="http://schemas.openxmlformats.org/officeDocument/2006/relationships/image" Target="../media/image181.png"/><Relationship Id="rId572" Type="http://schemas.openxmlformats.org/officeDocument/2006/relationships/customXml" Target="../ink/ink287.xml"/><Relationship Id="rId628" Type="http://schemas.openxmlformats.org/officeDocument/2006/relationships/customXml" Target="../ink/ink316.xml"/><Relationship Id="rId225" Type="http://schemas.openxmlformats.org/officeDocument/2006/relationships/image" Target="../media/image112.png"/><Relationship Id="rId267" Type="http://schemas.openxmlformats.org/officeDocument/2006/relationships/image" Target="../media/image133.png"/><Relationship Id="rId432" Type="http://schemas.openxmlformats.org/officeDocument/2006/relationships/customXml" Target="../ink/ink217.xml"/><Relationship Id="rId474" Type="http://schemas.openxmlformats.org/officeDocument/2006/relationships/customXml" Target="../ink/ink238.xml"/><Relationship Id="rId127" Type="http://schemas.openxmlformats.org/officeDocument/2006/relationships/image" Target="../media/image63.png"/><Relationship Id="rId31" Type="http://schemas.openxmlformats.org/officeDocument/2006/relationships/image" Target="../media/image15.png"/><Relationship Id="rId73" Type="http://schemas.openxmlformats.org/officeDocument/2006/relationships/image" Target="../media/image36.png"/><Relationship Id="rId169" Type="http://schemas.openxmlformats.org/officeDocument/2006/relationships/image" Target="../media/image84.png"/><Relationship Id="rId334" Type="http://schemas.openxmlformats.org/officeDocument/2006/relationships/customXml" Target="../ink/ink168.xml"/><Relationship Id="rId376" Type="http://schemas.openxmlformats.org/officeDocument/2006/relationships/customXml" Target="../ink/ink189.xml"/><Relationship Id="rId541" Type="http://schemas.openxmlformats.org/officeDocument/2006/relationships/image" Target="../media/image269.png"/><Relationship Id="rId583" Type="http://schemas.openxmlformats.org/officeDocument/2006/relationships/customXml" Target="../ink/ink293.xml"/><Relationship Id="rId639" Type="http://schemas.openxmlformats.org/officeDocument/2006/relationships/image" Target="../media/image317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36" Type="http://schemas.openxmlformats.org/officeDocument/2006/relationships/customXml" Target="../ink/ink118.xml"/><Relationship Id="rId278" Type="http://schemas.openxmlformats.org/officeDocument/2006/relationships/customXml" Target="../ink/ink139.xml"/><Relationship Id="rId401" Type="http://schemas.openxmlformats.org/officeDocument/2006/relationships/image" Target="../media/image199.png"/><Relationship Id="rId443" Type="http://schemas.openxmlformats.org/officeDocument/2006/relationships/image" Target="../media/image220.png"/><Relationship Id="rId650" Type="http://schemas.openxmlformats.org/officeDocument/2006/relationships/image" Target="../media/image322.png"/><Relationship Id="rId303" Type="http://schemas.openxmlformats.org/officeDocument/2006/relationships/customXml" Target="../ink/ink152.xml"/><Relationship Id="rId485" Type="http://schemas.openxmlformats.org/officeDocument/2006/relationships/image" Target="../media/image241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image" Target="../media/image171.png"/><Relationship Id="rId387" Type="http://schemas.openxmlformats.org/officeDocument/2006/relationships/image" Target="../media/image192.png"/><Relationship Id="rId510" Type="http://schemas.openxmlformats.org/officeDocument/2006/relationships/customXml" Target="../ink/ink256.xml"/><Relationship Id="rId552" Type="http://schemas.openxmlformats.org/officeDocument/2006/relationships/customXml" Target="../ink/ink277.xml"/><Relationship Id="rId594" Type="http://schemas.openxmlformats.org/officeDocument/2006/relationships/image" Target="../media/image295.png"/><Relationship Id="rId608" Type="http://schemas.openxmlformats.org/officeDocument/2006/relationships/image" Target="../media/image302.png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412" Type="http://schemas.openxmlformats.org/officeDocument/2006/relationships/customXml" Target="../ink/ink207.xml"/><Relationship Id="rId107" Type="http://schemas.openxmlformats.org/officeDocument/2006/relationships/image" Target="../media/image53.png"/><Relationship Id="rId289" Type="http://schemas.openxmlformats.org/officeDocument/2006/relationships/image" Target="../media/image144.png"/><Relationship Id="rId454" Type="http://schemas.openxmlformats.org/officeDocument/2006/relationships/customXml" Target="../ink/ink228.xml"/><Relationship Id="rId496" Type="http://schemas.openxmlformats.org/officeDocument/2006/relationships/customXml" Target="../ink/ink249.xml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image" Target="../media/image156.png"/><Relationship Id="rId356" Type="http://schemas.openxmlformats.org/officeDocument/2006/relationships/customXml" Target="../ink/ink179.xml"/><Relationship Id="rId398" Type="http://schemas.openxmlformats.org/officeDocument/2006/relationships/customXml" Target="../ink/ink200.xml"/><Relationship Id="rId521" Type="http://schemas.openxmlformats.org/officeDocument/2006/relationships/image" Target="../media/image259.png"/><Relationship Id="rId563" Type="http://schemas.openxmlformats.org/officeDocument/2006/relationships/image" Target="../media/image280.png"/><Relationship Id="rId619" Type="http://schemas.openxmlformats.org/officeDocument/2006/relationships/image" Target="../media/image307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423" Type="http://schemas.openxmlformats.org/officeDocument/2006/relationships/image" Target="../media/image210.png"/><Relationship Id="rId258" Type="http://schemas.openxmlformats.org/officeDocument/2006/relationships/customXml" Target="../ink/ink129.xml"/><Relationship Id="rId465" Type="http://schemas.openxmlformats.org/officeDocument/2006/relationships/image" Target="../media/image231.png"/><Relationship Id="rId630" Type="http://schemas.openxmlformats.org/officeDocument/2006/relationships/customXml" Target="../ink/ink317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customXml" Target="../ink/ink163.xml"/><Relationship Id="rId367" Type="http://schemas.openxmlformats.org/officeDocument/2006/relationships/image" Target="../media/image182.png"/><Relationship Id="rId532" Type="http://schemas.openxmlformats.org/officeDocument/2006/relationships/customXml" Target="../ink/ink267.xml"/><Relationship Id="rId574" Type="http://schemas.openxmlformats.org/officeDocument/2006/relationships/customXml" Target="../ink/ink288.xml"/><Relationship Id="rId171" Type="http://schemas.openxmlformats.org/officeDocument/2006/relationships/image" Target="../media/image85.png"/><Relationship Id="rId227" Type="http://schemas.openxmlformats.org/officeDocument/2006/relationships/image" Target="../media/image113.png"/><Relationship Id="rId269" Type="http://schemas.openxmlformats.org/officeDocument/2006/relationships/image" Target="../media/image134.png"/><Relationship Id="rId434" Type="http://schemas.openxmlformats.org/officeDocument/2006/relationships/customXml" Target="../ink/ink218.xml"/><Relationship Id="rId476" Type="http://schemas.openxmlformats.org/officeDocument/2006/relationships/customXml" Target="../ink/ink239.xml"/><Relationship Id="rId641" Type="http://schemas.openxmlformats.org/officeDocument/2006/relationships/customXml" Target="../ink/ink323.xml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customXml" Target="../ink/ink140.xml"/><Relationship Id="rId336" Type="http://schemas.openxmlformats.org/officeDocument/2006/relationships/customXml" Target="../ink/ink169.xml"/><Relationship Id="rId501" Type="http://schemas.openxmlformats.org/officeDocument/2006/relationships/image" Target="../media/image249.png"/><Relationship Id="rId543" Type="http://schemas.openxmlformats.org/officeDocument/2006/relationships/image" Target="../media/image270.png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customXml" Target="../ink/ink190.xml"/><Relationship Id="rId403" Type="http://schemas.openxmlformats.org/officeDocument/2006/relationships/image" Target="../media/image200.png"/><Relationship Id="rId585" Type="http://schemas.openxmlformats.org/officeDocument/2006/relationships/customXml" Target="../ink/ink294.xml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445" Type="http://schemas.openxmlformats.org/officeDocument/2006/relationships/image" Target="../media/image221.png"/><Relationship Id="rId487" Type="http://schemas.openxmlformats.org/officeDocument/2006/relationships/image" Target="../media/image242.png"/><Relationship Id="rId610" Type="http://schemas.openxmlformats.org/officeDocument/2006/relationships/image" Target="../media/image303.png"/><Relationship Id="rId291" Type="http://schemas.openxmlformats.org/officeDocument/2006/relationships/image" Target="../media/image145.png"/><Relationship Id="rId305" Type="http://schemas.openxmlformats.org/officeDocument/2006/relationships/customXml" Target="../ink/ink153.xml"/><Relationship Id="rId347" Type="http://schemas.openxmlformats.org/officeDocument/2006/relationships/image" Target="../media/image172.png"/><Relationship Id="rId512" Type="http://schemas.openxmlformats.org/officeDocument/2006/relationships/customXml" Target="../ink/ink257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389" Type="http://schemas.openxmlformats.org/officeDocument/2006/relationships/image" Target="../media/image193.png"/><Relationship Id="rId554" Type="http://schemas.openxmlformats.org/officeDocument/2006/relationships/customXml" Target="../ink/ink278.xml"/><Relationship Id="rId596" Type="http://schemas.openxmlformats.org/officeDocument/2006/relationships/image" Target="../media/image296.png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image" Target="../media/image124.png"/><Relationship Id="rId414" Type="http://schemas.openxmlformats.org/officeDocument/2006/relationships/customXml" Target="../ink/ink208.xml"/><Relationship Id="rId456" Type="http://schemas.openxmlformats.org/officeDocument/2006/relationships/customXml" Target="../ink/ink229.xml"/><Relationship Id="rId498" Type="http://schemas.openxmlformats.org/officeDocument/2006/relationships/customXml" Target="../ink/ink250.xml"/><Relationship Id="rId621" Type="http://schemas.openxmlformats.org/officeDocument/2006/relationships/image" Target="../media/image308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316" Type="http://schemas.openxmlformats.org/officeDocument/2006/relationships/image" Target="../media/image157.png"/><Relationship Id="rId523" Type="http://schemas.openxmlformats.org/officeDocument/2006/relationships/image" Target="../media/image260.png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358" Type="http://schemas.openxmlformats.org/officeDocument/2006/relationships/customXml" Target="../ink/ink180.xml"/><Relationship Id="rId565" Type="http://schemas.openxmlformats.org/officeDocument/2006/relationships/image" Target="../media/image281.png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425" Type="http://schemas.openxmlformats.org/officeDocument/2006/relationships/image" Target="../media/image211.png"/><Relationship Id="rId467" Type="http://schemas.openxmlformats.org/officeDocument/2006/relationships/image" Target="../media/image232.png"/><Relationship Id="rId632" Type="http://schemas.openxmlformats.org/officeDocument/2006/relationships/customXml" Target="../ink/ink318.xml"/><Relationship Id="rId271" Type="http://schemas.openxmlformats.org/officeDocument/2006/relationships/image" Target="../media/image135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customXml" Target="../ink/ink164.xml"/><Relationship Id="rId369" Type="http://schemas.openxmlformats.org/officeDocument/2006/relationships/image" Target="../media/image183.png"/><Relationship Id="rId534" Type="http://schemas.openxmlformats.org/officeDocument/2006/relationships/customXml" Target="../ink/ink268.xml"/><Relationship Id="rId576" Type="http://schemas.openxmlformats.org/officeDocument/2006/relationships/customXml" Target="../ink/ink289.xml"/><Relationship Id="rId173" Type="http://schemas.openxmlformats.org/officeDocument/2006/relationships/image" Target="../media/image86.png"/><Relationship Id="rId229" Type="http://schemas.openxmlformats.org/officeDocument/2006/relationships/image" Target="../media/image114.png"/><Relationship Id="rId380" Type="http://schemas.openxmlformats.org/officeDocument/2006/relationships/customXml" Target="../ink/ink191.xml"/><Relationship Id="rId436" Type="http://schemas.openxmlformats.org/officeDocument/2006/relationships/customXml" Target="../ink/ink219.xml"/><Relationship Id="rId601" Type="http://schemas.openxmlformats.org/officeDocument/2006/relationships/customXml" Target="../ink/ink302.xml"/><Relationship Id="rId643" Type="http://schemas.openxmlformats.org/officeDocument/2006/relationships/customXml" Target="../ink/ink324.xml"/><Relationship Id="rId240" Type="http://schemas.openxmlformats.org/officeDocument/2006/relationships/customXml" Target="../ink/ink120.xml"/><Relationship Id="rId478" Type="http://schemas.openxmlformats.org/officeDocument/2006/relationships/customXml" Target="../ink/ink240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338" Type="http://schemas.openxmlformats.org/officeDocument/2006/relationships/customXml" Target="../ink/ink170.xml"/><Relationship Id="rId503" Type="http://schemas.openxmlformats.org/officeDocument/2006/relationships/image" Target="../media/image250.png"/><Relationship Id="rId545" Type="http://schemas.openxmlformats.org/officeDocument/2006/relationships/image" Target="../media/image271.png"/><Relationship Id="rId587" Type="http://schemas.openxmlformats.org/officeDocument/2006/relationships/customXml" Target="../ink/ink295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image" Target="../media/image194.png"/><Relationship Id="rId405" Type="http://schemas.openxmlformats.org/officeDocument/2006/relationships/image" Target="../media/image201.png"/><Relationship Id="rId447" Type="http://schemas.openxmlformats.org/officeDocument/2006/relationships/image" Target="../media/image222.png"/><Relationship Id="rId612" Type="http://schemas.openxmlformats.org/officeDocument/2006/relationships/image" Target="../media/image304.png"/><Relationship Id="rId251" Type="http://schemas.openxmlformats.org/officeDocument/2006/relationships/image" Target="../media/image125.png"/><Relationship Id="rId489" Type="http://schemas.openxmlformats.org/officeDocument/2006/relationships/image" Target="../media/image243.png"/><Relationship Id="rId46" Type="http://schemas.openxmlformats.org/officeDocument/2006/relationships/customXml" Target="../ink/ink23.xml"/><Relationship Id="rId293" Type="http://schemas.openxmlformats.org/officeDocument/2006/relationships/image" Target="../media/image146.png"/><Relationship Id="rId307" Type="http://schemas.openxmlformats.org/officeDocument/2006/relationships/customXml" Target="../ink/ink154.xml"/><Relationship Id="rId349" Type="http://schemas.openxmlformats.org/officeDocument/2006/relationships/image" Target="../media/image173.png"/><Relationship Id="rId514" Type="http://schemas.openxmlformats.org/officeDocument/2006/relationships/customXml" Target="../ink/ink258.xml"/><Relationship Id="rId556" Type="http://schemas.openxmlformats.org/officeDocument/2006/relationships/customXml" Target="../ink/ink279.xml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360" Type="http://schemas.openxmlformats.org/officeDocument/2006/relationships/customXml" Target="../ink/ink181.xml"/><Relationship Id="rId416" Type="http://schemas.openxmlformats.org/officeDocument/2006/relationships/customXml" Target="../ink/ink209.xml"/><Relationship Id="rId598" Type="http://schemas.openxmlformats.org/officeDocument/2006/relationships/image" Target="../media/image297.png"/><Relationship Id="rId220" Type="http://schemas.openxmlformats.org/officeDocument/2006/relationships/customXml" Target="../ink/ink110.xml"/><Relationship Id="rId458" Type="http://schemas.openxmlformats.org/officeDocument/2006/relationships/customXml" Target="../ink/ink230.xml"/><Relationship Id="rId623" Type="http://schemas.openxmlformats.org/officeDocument/2006/relationships/image" Target="../media/image309.png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customXml" Target="../ink/ink131.xml"/><Relationship Id="rId318" Type="http://schemas.openxmlformats.org/officeDocument/2006/relationships/image" Target="../media/image158.png"/><Relationship Id="rId525" Type="http://schemas.openxmlformats.org/officeDocument/2006/relationships/image" Target="../media/image261.png"/><Relationship Id="rId567" Type="http://schemas.openxmlformats.org/officeDocument/2006/relationships/image" Target="../media/image282.png"/><Relationship Id="rId99" Type="http://schemas.openxmlformats.org/officeDocument/2006/relationships/image" Target="../media/image49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image" Target="../media/image184.png"/><Relationship Id="rId427" Type="http://schemas.openxmlformats.org/officeDocument/2006/relationships/image" Target="../media/image212.png"/><Relationship Id="rId469" Type="http://schemas.openxmlformats.org/officeDocument/2006/relationships/image" Target="../media/image233.png"/><Relationship Id="rId634" Type="http://schemas.openxmlformats.org/officeDocument/2006/relationships/customXml" Target="../ink/ink319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73" Type="http://schemas.openxmlformats.org/officeDocument/2006/relationships/image" Target="../media/image136.png"/><Relationship Id="rId329" Type="http://schemas.openxmlformats.org/officeDocument/2006/relationships/customXml" Target="../ink/ink165.xml"/><Relationship Id="rId480" Type="http://schemas.openxmlformats.org/officeDocument/2006/relationships/customXml" Target="../ink/ink241.xml"/><Relationship Id="rId536" Type="http://schemas.openxmlformats.org/officeDocument/2006/relationships/customXml" Target="../ink/ink269.xml"/><Relationship Id="rId68" Type="http://schemas.openxmlformats.org/officeDocument/2006/relationships/customXml" Target="../ink/ink34.xml"/><Relationship Id="rId133" Type="http://schemas.openxmlformats.org/officeDocument/2006/relationships/image" Target="../media/image66.png"/><Relationship Id="rId175" Type="http://schemas.openxmlformats.org/officeDocument/2006/relationships/image" Target="../media/image87.png"/><Relationship Id="rId340" Type="http://schemas.openxmlformats.org/officeDocument/2006/relationships/customXml" Target="../ink/ink171.xml"/><Relationship Id="rId578" Type="http://schemas.openxmlformats.org/officeDocument/2006/relationships/customXml" Target="../ink/ink290.xml"/><Relationship Id="rId200" Type="http://schemas.openxmlformats.org/officeDocument/2006/relationships/customXml" Target="../ink/ink100.xml"/><Relationship Id="rId382" Type="http://schemas.openxmlformats.org/officeDocument/2006/relationships/customXml" Target="../ink/ink192.xml"/><Relationship Id="rId438" Type="http://schemas.openxmlformats.org/officeDocument/2006/relationships/customXml" Target="../ink/ink220.xml"/><Relationship Id="rId603" Type="http://schemas.openxmlformats.org/officeDocument/2006/relationships/customXml" Target="../ink/ink303.xml"/><Relationship Id="rId645" Type="http://schemas.openxmlformats.org/officeDocument/2006/relationships/customXml" Target="../ink/ink325.xml"/><Relationship Id="rId242" Type="http://schemas.openxmlformats.org/officeDocument/2006/relationships/customXml" Target="../ink/ink121.xml"/><Relationship Id="rId284" Type="http://schemas.openxmlformats.org/officeDocument/2006/relationships/customXml" Target="../ink/ink142.xml"/><Relationship Id="rId491" Type="http://schemas.openxmlformats.org/officeDocument/2006/relationships/image" Target="../media/image244.png"/><Relationship Id="rId505" Type="http://schemas.openxmlformats.org/officeDocument/2006/relationships/image" Target="../media/image251.png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547" Type="http://schemas.openxmlformats.org/officeDocument/2006/relationships/image" Target="../media/image272.png"/><Relationship Id="rId589" Type="http://schemas.openxmlformats.org/officeDocument/2006/relationships/customXml" Target="../ink/ink296.xml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image" Target="../media/image174.png"/><Relationship Id="rId393" Type="http://schemas.openxmlformats.org/officeDocument/2006/relationships/image" Target="../media/image195.png"/><Relationship Id="rId407" Type="http://schemas.openxmlformats.org/officeDocument/2006/relationships/image" Target="../media/image202.png"/><Relationship Id="rId449" Type="http://schemas.openxmlformats.org/officeDocument/2006/relationships/image" Target="../media/image223.png"/><Relationship Id="rId614" Type="http://schemas.openxmlformats.org/officeDocument/2006/relationships/customXml" Target="../ink/ink309.xml"/><Relationship Id="rId211" Type="http://schemas.openxmlformats.org/officeDocument/2006/relationships/image" Target="../media/image105.png"/><Relationship Id="rId253" Type="http://schemas.openxmlformats.org/officeDocument/2006/relationships/image" Target="../media/image126.png"/><Relationship Id="rId295" Type="http://schemas.openxmlformats.org/officeDocument/2006/relationships/customXml" Target="../ink/ink148.xml"/><Relationship Id="rId309" Type="http://schemas.openxmlformats.org/officeDocument/2006/relationships/customXml" Target="../ink/ink155.xml"/><Relationship Id="rId460" Type="http://schemas.openxmlformats.org/officeDocument/2006/relationships/customXml" Target="../ink/ink231.xml"/><Relationship Id="rId516" Type="http://schemas.openxmlformats.org/officeDocument/2006/relationships/customXml" Target="../ink/ink259.xml"/><Relationship Id="rId48" Type="http://schemas.openxmlformats.org/officeDocument/2006/relationships/customXml" Target="../ink/ink24.xml"/><Relationship Id="rId113" Type="http://schemas.openxmlformats.org/officeDocument/2006/relationships/image" Target="../media/image56.png"/><Relationship Id="rId320" Type="http://schemas.openxmlformats.org/officeDocument/2006/relationships/image" Target="../media/image159.png"/><Relationship Id="rId558" Type="http://schemas.openxmlformats.org/officeDocument/2006/relationships/customXml" Target="../ink/ink280.xml"/><Relationship Id="rId155" Type="http://schemas.openxmlformats.org/officeDocument/2006/relationships/image" Target="../media/image77.png"/><Relationship Id="rId197" Type="http://schemas.openxmlformats.org/officeDocument/2006/relationships/image" Target="../media/image98.png"/><Relationship Id="rId362" Type="http://schemas.openxmlformats.org/officeDocument/2006/relationships/customXml" Target="../ink/ink182.xml"/><Relationship Id="rId418" Type="http://schemas.openxmlformats.org/officeDocument/2006/relationships/customXml" Target="../ink/ink210.xml"/><Relationship Id="rId625" Type="http://schemas.openxmlformats.org/officeDocument/2006/relationships/image" Target="../media/image310.png"/><Relationship Id="rId222" Type="http://schemas.openxmlformats.org/officeDocument/2006/relationships/customXml" Target="../ink/ink111.xml"/><Relationship Id="rId264" Type="http://schemas.openxmlformats.org/officeDocument/2006/relationships/customXml" Target="../ink/ink132.xml"/><Relationship Id="rId471" Type="http://schemas.openxmlformats.org/officeDocument/2006/relationships/image" Target="../media/image234.png"/><Relationship Id="rId17" Type="http://schemas.openxmlformats.org/officeDocument/2006/relationships/image" Target="../media/image8.png"/><Relationship Id="rId59" Type="http://schemas.openxmlformats.org/officeDocument/2006/relationships/image" Target="../media/image29.png"/><Relationship Id="rId124" Type="http://schemas.openxmlformats.org/officeDocument/2006/relationships/customXml" Target="../ink/ink62.xml"/><Relationship Id="rId527" Type="http://schemas.openxmlformats.org/officeDocument/2006/relationships/image" Target="../media/image262.png"/><Relationship Id="rId569" Type="http://schemas.openxmlformats.org/officeDocument/2006/relationships/image" Target="../media/image283.png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customXml" Target="../ink/ink166.xml"/><Relationship Id="rId373" Type="http://schemas.openxmlformats.org/officeDocument/2006/relationships/image" Target="../media/image185.png"/><Relationship Id="rId429" Type="http://schemas.openxmlformats.org/officeDocument/2006/relationships/image" Target="../media/image213.png"/><Relationship Id="rId580" Type="http://schemas.openxmlformats.org/officeDocument/2006/relationships/customXml" Target="../ink/ink291.xml"/><Relationship Id="rId636" Type="http://schemas.openxmlformats.org/officeDocument/2006/relationships/customXml" Target="../ink/ink320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16.png"/><Relationship Id="rId440" Type="http://schemas.openxmlformats.org/officeDocument/2006/relationships/customXml" Target="../ink/ink221.xml"/><Relationship Id="rId28" Type="http://schemas.openxmlformats.org/officeDocument/2006/relationships/customXml" Target="../ink/ink14.xml"/><Relationship Id="rId275" Type="http://schemas.openxmlformats.org/officeDocument/2006/relationships/image" Target="../media/image137.png"/><Relationship Id="rId300" Type="http://schemas.openxmlformats.org/officeDocument/2006/relationships/image" Target="../media/image149.png"/><Relationship Id="rId482" Type="http://schemas.openxmlformats.org/officeDocument/2006/relationships/customXml" Target="../ink/ink242.xml"/><Relationship Id="rId538" Type="http://schemas.openxmlformats.org/officeDocument/2006/relationships/customXml" Target="../ink/ink27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77" Type="http://schemas.openxmlformats.org/officeDocument/2006/relationships/image" Target="../media/image88.png"/><Relationship Id="rId342" Type="http://schemas.openxmlformats.org/officeDocument/2006/relationships/customXml" Target="../ink/ink172.xml"/><Relationship Id="rId384" Type="http://schemas.openxmlformats.org/officeDocument/2006/relationships/customXml" Target="../ink/ink193.xml"/><Relationship Id="rId591" Type="http://schemas.openxmlformats.org/officeDocument/2006/relationships/customXml" Target="../ink/ink297.xml"/><Relationship Id="rId605" Type="http://schemas.openxmlformats.org/officeDocument/2006/relationships/customXml" Target="../ink/ink304.xml"/><Relationship Id="rId202" Type="http://schemas.openxmlformats.org/officeDocument/2006/relationships/customXml" Target="../ink/ink101.xml"/><Relationship Id="rId244" Type="http://schemas.openxmlformats.org/officeDocument/2006/relationships/customXml" Target="../ink/ink122.xml"/><Relationship Id="rId647" Type="http://schemas.openxmlformats.org/officeDocument/2006/relationships/customXml" Target="../ink/ink326.xml"/><Relationship Id="rId39" Type="http://schemas.openxmlformats.org/officeDocument/2006/relationships/image" Target="../media/image19.png"/><Relationship Id="rId286" Type="http://schemas.openxmlformats.org/officeDocument/2006/relationships/customXml" Target="../ink/ink143.xml"/><Relationship Id="rId451" Type="http://schemas.openxmlformats.org/officeDocument/2006/relationships/image" Target="../media/image224.png"/><Relationship Id="rId493" Type="http://schemas.openxmlformats.org/officeDocument/2006/relationships/image" Target="../media/image245.png"/><Relationship Id="rId507" Type="http://schemas.openxmlformats.org/officeDocument/2006/relationships/image" Target="../media/image252.png"/><Relationship Id="rId549" Type="http://schemas.openxmlformats.org/officeDocument/2006/relationships/image" Target="../media/image273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customXml" Target="../ink/ink94.xml"/><Relationship Id="rId311" Type="http://schemas.openxmlformats.org/officeDocument/2006/relationships/customXml" Target="../ink/ink156.xml"/><Relationship Id="rId353" Type="http://schemas.openxmlformats.org/officeDocument/2006/relationships/image" Target="../media/image175.png"/><Relationship Id="rId395" Type="http://schemas.openxmlformats.org/officeDocument/2006/relationships/image" Target="../media/image196.png"/><Relationship Id="rId409" Type="http://schemas.openxmlformats.org/officeDocument/2006/relationships/image" Target="../media/image203.png"/><Relationship Id="rId560" Type="http://schemas.openxmlformats.org/officeDocument/2006/relationships/customXml" Target="../ink/ink281.xml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420" Type="http://schemas.openxmlformats.org/officeDocument/2006/relationships/customXml" Target="../ink/ink211.xml"/><Relationship Id="rId616" Type="http://schemas.openxmlformats.org/officeDocument/2006/relationships/customXml" Target="../ink/ink310.xml"/><Relationship Id="rId255" Type="http://schemas.openxmlformats.org/officeDocument/2006/relationships/image" Target="../media/image127.png"/><Relationship Id="rId297" Type="http://schemas.openxmlformats.org/officeDocument/2006/relationships/customXml" Target="../ink/ink149.xml"/><Relationship Id="rId462" Type="http://schemas.openxmlformats.org/officeDocument/2006/relationships/customXml" Target="../ink/ink232.xml"/><Relationship Id="rId518" Type="http://schemas.openxmlformats.org/officeDocument/2006/relationships/customXml" Target="../ink/ink260.xml"/><Relationship Id="rId115" Type="http://schemas.openxmlformats.org/officeDocument/2006/relationships/image" Target="../media/image57.png"/><Relationship Id="rId157" Type="http://schemas.openxmlformats.org/officeDocument/2006/relationships/image" Target="../media/image78.png"/><Relationship Id="rId322" Type="http://schemas.openxmlformats.org/officeDocument/2006/relationships/image" Target="../media/image160.png"/><Relationship Id="rId364" Type="http://schemas.openxmlformats.org/officeDocument/2006/relationships/customXml" Target="../ink/ink183.xml"/><Relationship Id="rId61" Type="http://schemas.openxmlformats.org/officeDocument/2006/relationships/image" Target="../media/image30.png"/><Relationship Id="rId199" Type="http://schemas.openxmlformats.org/officeDocument/2006/relationships/image" Target="../media/image99.png"/><Relationship Id="rId571" Type="http://schemas.openxmlformats.org/officeDocument/2006/relationships/image" Target="../media/image284.png"/><Relationship Id="rId627" Type="http://schemas.openxmlformats.org/officeDocument/2006/relationships/image" Target="../media/image311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66" Type="http://schemas.openxmlformats.org/officeDocument/2006/relationships/customXml" Target="../ink/ink133.xml"/><Relationship Id="rId431" Type="http://schemas.openxmlformats.org/officeDocument/2006/relationships/image" Target="../media/image214.png"/><Relationship Id="rId473" Type="http://schemas.openxmlformats.org/officeDocument/2006/relationships/image" Target="../media/image235.png"/><Relationship Id="rId529" Type="http://schemas.openxmlformats.org/officeDocument/2006/relationships/image" Target="../media/image263.png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customXml" Target="../ink/ink84.xml"/><Relationship Id="rId333" Type="http://schemas.openxmlformats.org/officeDocument/2006/relationships/image" Target="../media/image165.png"/><Relationship Id="rId540" Type="http://schemas.openxmlformats.org/officeDocument/2006/relationships/customXml" Target="../ink/ink271.xml"/><Relationship Id="rId72" Type="http://schemas.openxmlformats.org/officeDocument/2006/relationships/customXml" Target="../ink/ink36.xml"/><Relationship Id="rId375" Type="http://schemas.openxmlformats.org/officeDocument/2006/relationships/image" Target="../media/image186.png"/><Relationship Id="rId582" Type="http://schemas.openxmlformats.org/officeDocument/2006/relationships/image" Target="../media/image289.png"/><Relationship Id="rId638" Type="http://schemas.openxmlformats.org/officeDocument/2006/relationships/customXml" Target="../ink/ink321.xml"/><Relationship Id="rId3" Type="http://schemas.openxmlformats.org/officeDocument/2006/relationships/image" Target="../media/image1.png"/><Relationship Id="rId235" Type="http://schemas.openxmlformats.org/officeDocument/2006/relationships/image" Target="../media/image117.png"/><Relationship Id="rId277" Type="http://schemas.openxmlformats.org/officeDocument/2006/relationships/image" Target="../media/image138.png"/><Relationship Id="rId400" Type="http://schemas.openxmlformats.org/officeDocument/2006/relationships/customXml" Target="../ink/ink201.xml"/><Relationship Id="rId442" Type="http://schemas.openxmlformats.org/officeDocument/2006/relationships/customXml" Target="../ink/ink222.xml"/><Relationship Id="rId484" Type="http://schemas.openxmlformats.org/officeDocument/2006/relationships/customXml" Target="../ink/ink243.xml"/><Relationship Id="rId137" Type="http://schemas.openxmlformats.org/officeDocument/2006/relationships/image" Target="../media/image68.png"/><Relationship Id="rId302" Type="http://schemas.openxmlformats.org/officeDocument/2006/relationships/image" Target="../media/image150.png"/><Relationship Id="rId344" Type="http://schemas.openxmlformats.org/officeDocument/2006/relationships/customXml" Target="../ink/ink173.xml"/><Relationship Id="rId41" Type="http://schemas.openxmlformats.org/officeDocument/2006/relationships/image" Target="../media/image20.png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386" Type="http://schemas.openxmlformats.org/officeDocument/2006/relationships/customXml" Target="../ink/ink194.xml"/><Relationship Id="rId551" Type="http://schemas.openxmlformats.org/officeDocument/2006/relationships/image" Target="../media/image274.png"/><Relationship Id="rId593" Type="http://schemas.openxmlformats.org/officeDocument/2006/relationships/customXml" Target="../ink/ink298.xml"/><Relationship Id="rId607" Type="http://schemas.openxmlformats.org/officeDocument/2006/relationships/customXml" Target="../ink/ink305.xml"/><Relationship Id="rId649" Type="http://schemas.openxmlformats.org/officeDocument/2006/relationships/customXml" Target="../ink/ink327.xml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46" Type="http://schemas.openxmlformats.org/officeDocument/2006/relationships/customXml" Target="../ink/ink123.xml"/><Relationship Id="rId288" Type="http://schemas.openxmlformats.org/officeDocument/2006/relationships/customXml" Target="../ink/ink144.xml"/><Relationship Id="rId411" Type="http://schemas.openxmlformats.org/officeDocument/2006/relationships/image" Target="../media/image204.png"/><Relationship Id="rId453" Type="http://schemas.openxmlformats.org/officeDocument/2006/relationships/image" Target="../media/image225.png"/><Relationship Id="rId509" Type="http://schemas.openxmlformats.org/officeDocument/2006/relationships/image" Target="../media/image253.png"/><Relationship Id="rId106" Type="http://schemas.openxmlformats.org/officeDocument/2006/relationships/customXml" Target="../ink/ink53.xml"/><Relationship Id="rId313" Type="http://schemas.openxmlformats.org/officeDocument/2006/relationships/customXml" Target="../ink/ink157.xml"/><Relationship Id="rId495" Type="http://schemas.openxmlformats.org/officeDocument/2006/relationships/image" Target="../media/image246.png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355" Type="http://schemas.openxmlformats.org/officeDocument/2006/relationships/image" Target="../media/image176.png"/><Relationship Id="rId397" Type="http://schemas.openxmlformats.org/officeDocument/2006/relationships/image" Target="../media/image197.png"/><Relationship Id="rId520" Type="http://schemas.openxmlformats.org/officeDocument/2006/relationships/customXml" Target="../ink/ink261.xml"/><Relationship Id="rId562" Type="http://schemas.openxmlformats.org/officeDocument/2006/relationships/customXml" Target="../ink/ink282.xml"/><Relationship Id="rId618" Type="http://schemas.openxmlformats.org/officeDocument/2006/relationships/customXml" Target="../ink/ink311.xml"/><Relationship Id="rId215" Type="http://schemas.openxmlformats.org/officeDocument/2006/relationships/image" Target="../media/image107.png"/><Relationship Id="rId257" Type="http://schemas.openxmlformats.org/officeDocument/2006/relationships/image" Target="../media/image128.png"/><Relationship Id="rId422" Type="http://schemas.openxmlformats.org/officeDocument/2006/relationships/customXml" Target="../ink/ink212.xml"/><Relationship Id="rId464" Type="http://schemas.openxmlformats.org/officeDocument/2006/relationships/customXml" Target="../ink/ink233.xml"/><Relationship Id="rId299" Type="http://schemas.openxmlformats.org/officeDocument/2006/relationships/customXml" Target="../ink/ink150.xml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66" Type="http://schemas.openxmlformats.org/officeDocument/2006/relationships/customXml" Target="../ink/ink184.xml"/><Relationship Id="rId573" Type="http://schemas.openxmlformats.org/officeDocument/2006/relationships/image" Target="../media/image285.png"/><Relationship Id="rId226" Type="http://schemas.openxmlformats.org/officeDocument/2006/relationships/customXml" Target="../ink/ink113.xml"/><Relationship Id="rId433" Type="http://schemas.openxmlformats.org/officeDocument/2006/relationships/image" Target="../media/image215.png"/><Relationship Id="rId640" Type="http://schemas.openxmlformats.org/officeDocument/2006/relationships/customXml" Target="../ink/ink322.xml"/><Relationship Id="rId74" Type="http://schemas.openxmlformats.org/officeDocument/2006/relationships/customXml" Target="../ink/ink37.xml"/><Relationship Id="rId377" Type="http://schemas.openxmlformats.org/officeDocument/2006/relationships/image" Target="../media/image187.png"/><Relationship Id="rId500" Type="http://schemas.openxmlformats.org/officeDocument/2006/relationships/customXml" Target="../ink/ink251.xml"/><Relationship Id="rId584" Type="http://schemas.openxmlformats.org/officeDocument/2006/relationships/image" Target="../media/image290.png"/><Relationship Id="rId5" Type="http://schemas.openxmlformats.org/officeDocument/2006/relationships/image" Target="../media/image2.png"/><Relationship Id="rId237" Type="http://schemas.openxmlformats.org/officeDocument/2006/relationships/image" Target="../media/image118.png"/><Relationship Id="rId444" Type="http://schemas.openxmlformats.org/officeDocument/2006/relationships/customXml" Target="../ink/ink223.xml"/><Relationship Id="rId290" Type="http://schemas.openxmlformats.org/officeDocument/2006/relationships/customXml" Target="../ink/ink145.xml"/><Relationship Id="rId304" Type="http://schemas.openxmlformats.org/officeDocument/2006/relationships/image" Target="../media/image151.png"/><Relationship Id="rId388" Type="http://schemas.openxmlformats.org/officeDocument/2006/relationships/customXml" Target="../ink/ink195.xml"/><Relationship Id="rId511" Type="http://schemas.openxmlformats.org/officeDocument/2006/relationships/image" Target="../media/image254.png"/><Relationship Id="rId609" Type="http://schemas.openxmlformats.org/officeDocument/2006/relationships/customXml" Target="../ink/ink306.xml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595" Type="http://schemas.openxmlformats.org/officeDocument/2006/relationships/customXml" Target="../ink/ink299.xml"/><Relationship Id="rId248" Type="http://schemas.openxmlformats.org/officeDocument/2006/relationships/customXml" Target="../ink/ink124.xml"/><Relationship Id="rId455" Type="http://schemas.openxmlformats.org/officeDocument/2006/relationships/image" Target="../media/image226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customXml" Target="../ink/ink158.xml"/><Relationship Id="rId522" Type="http://schemas.openxmlformats.org/officeDocument/2006/relationships/customXml" Target="../ink/ink262.xml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399" Type="http://schemas.openxmlformats.org/officeDocument/2006/relationships/image" Target="../media/image198.png"/><Relationship Id="rId259" Type="http://schemas.openxmlformats.org/officeDocument/2006/relationships/image" Target="../media/image129.png"/><Relationship Id="rId466" Type="http://schemas.openxmlformats.org/officeDocument/2006/relationships/customXml" Target="../ink/ink234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326" Type="http://schemas.openxmlformats.org/officeDocument/2006/relationships/image" Target="../media/image162.png"/><Relationship Id="rId533" Type="http://schemas.openxmlformats.org/officeDocument/2006/relationships/image" Target="../media/image265.png"/><Relationship Id="rId172" Type="http://schemas.openxmlformats.org/officeDocument/2006/relationships/customXml" Target="../ink/ink86.xml"/><Relationship Id="rId477" Type="http://schemas.openxmlformats.org/officeDocument/2006/relationships/image" Target="../media/image237.png"/><Relationship Id="rId600" Type="http://schemas.openxmlformats.org/officeDocument/2006/relationships/image" Target="../media/image298.png"/><Relationship Id="rId337" Type="http://schemas.openxmlformats.org/officeDocument/2006/relationships/image" Target="../media/image167.png"/><Relationship Id="rId34" Type="http://schemas.openxmlformats.org/officeDocument/2006/relationships/customXml" Target="../ink/ink17.xml"/><Relationship Id="rId544" Type="http://schemas.openxmlformats.org/officeDocument/2006/relationships/customXml" Target="../ink/ink273.xml"/><Relationship Id="rId183" Type="http://schemas.openxmlformats.org/officeDocument/2006/relationships/image" Target="../media/image91.png"/><Relationship Id="rId390" Type="http://schemas.openxmlformats.org/officeDocument/2006/relationships/customXml" Target="../ink/ink196.xml"/><Relationship Id="rId404" Type="http://schemas.openxmlformats.org/officeDocument/2006/relationships/customXml" Target="../ink/ink203.xml"/><Relationship Id="rId611" Type="http://schemas.openxmlformats.org/officeDocument/2006/relationships/customXml" Target="../ink/ink307.xml"/><Relationship Id="rId250" Type="http://schemas.openxmlformats.org/officeDocument/2006/relationships/customXml" Target="../ink/ink125.xml"/><Relationship Id="rId488" Type="http://schemas.openxmlformats.org/officeDocument/2006/relationships/customXml" Target="../ink/ink245.xml"/><Relationship Id="rId45" Type="http://schemas.openxmlformats.org/officeDocument/2006/relationships/image" Target="../media/image22.png"/><Relationship Id="rId110" Type="http://schemas.openxmlformats.org/officeDocument/2006/relationships/customXml" Target="../ink/ink55.xml"/><Relationship Id="rId348" Type="http://schemas.openxmlformats.org/officeDocument/2006/relationships/customXml" Target="../ink/ink175.xml"/><Relationship Id="rId555" Type="http://schemas.openxmlformats.org/officeDocument/2006/relationships/image" Target="../media/image27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415" Type="http://schemas.openxmlformats.org/officeDocument/2006/relationships/image" Target="../media/image206.png"/><Relationship Id="rId622" Type="http://schemas.openxmlformats.org/officeDocument/2006/relationships/customXml" Target="../ink/ink313.xml"/><Relationship Id="rId261" Type="http://schemas.openxmlformats.org/officeDocument/2006/relationships/image" Target="../media/image130.png"/><Relationship Id="rId499" Type="http://schemas.openxmlformats.org/officeDocument/2006/relationships/image" Target="../media/image248.png"/><Relationship Id="rId56" Type="http://schemas.openxmlformats.org/officeDocument/2006/relationships/customXml" Target="../ink/ink28.xml"/><Relationship Id="rId359" Type="http://schemas.openxmlformats.org/officeDocument/2006/relationships/image" Target="../media/image178.png"/><Relationship Id="rId566" Type="http://schemas.openxmlformats.org/officeDocument/2006/relationships/customXml" Target="../ink/ink284.xml"/><Relationship Id="rId121" Type="http://schemas.openxmlformats.org/officeDocument/2006/relationships/image" Target="../media/image60.png"/><Relationship Id="rId219" Type="http://schemas.openxmlformats.org/officeDocument/2006/relationships/image" Target="../media/image109.png"/><Relationship Id="rId426" Type="http://schemas.openxmlformats.org/officeDocument/2006/relationships/customXml" Target="../ink/ink214.xml"/><Relationship Id="rId633" Type="http://schemas.openxmlformats.org/officeDocument/2006/relationships/image" Target="../media/image314.png"/><Relationship Id="rId67" Type="http://schemas.openxmlformats.org/officeDocument/2006/relationships/image" Target="../media/image33.png"/><Relationship Id="rId272" Type="http://schemas.openxmlformats.org/officeDocument/2006/relationships/customXml" Target="../ink/ink136.xml"/><Relationship Id="rId577" Type="http://schemas.openxmlformats.org/officeDocument/2006/relationships/image" Target="../media/image287.png"/><Relationship Id="rId132" Type="http://schemas.openxmlformats.org/officeDocument/2006/relationships/customXml" Target="../ink/ink66.xml"/><Relationship Id="rId437" Type="http://schemas.openxmlformats.org/officeDocument/2006/relationships/image" Target="../media/image217.png"/><Relationship Id="rId644" Type="http://schemas.openxmlformats.org/officeDocument/2006/relationships/image" Target="../media/image319.png"/><Relationship Id="rId283" Type="http://schemas.openxmlformats.org/officeDocument/2006/relationships/image" Target="../media/image141.png"/><Relationship Id="rId490" Type="http://schemas.openxmlformats.org/officeDocument/2006/relationships/customXml" Target="../ink/ink246.xml"/><Relationship Id="rId504" Type="http://schemas.openxmlformats.org/officeDocument/2006/relationships/customXml" Target="../ink/ink253.xml"/><Relationship Id="rId78" Type="http://schemas.openxmlformats.org/officeDocument/2006/relationships/customXml" Target="../ink/ink39.xml"/><Relationship Id="rId143" Type="http://schemas.openxmlformats.org/officeDocument/2006/relationships/image" Target="../media/image71.png"/><Relationship Id="rId350" Type="http://schemas.openxmlformats.org/officeDocument/2006/relationships/customXml" Target="../ink/ink176.xml"/><Relationship Id="rId588" Type="http://schemas.openxmlformats.org/officeDocument/2006/relationships/image" Target="../media/image292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448" Type="http://schemas.openxmlformats.org/officeDocument/2006/relationships/customXml" Target="../ink/ink225.xml"/><Relationship Id="rId294" Type="http://schemas.openxmlformats.org/officeDocument/2006/relationships/customXml" Target="../ink/ink147.xml"/><Relationship Id="rId308" Type="http://schemas.openxmlformats.org/officeDocument/2006/relationships/image" Target="../media/image153.png"/><Relationship Id="rId515" Type="http://schemas.openxmlformats.org/officeDocument/2006/relationships/image" Target="../media/image256.png"/><Relationship Id="rId89" Type="http://schemas.openxmlformats.org/officeDocument/2006/relationships/image" Target="../media/image44.png"/><Relationship Id="rId154" Type="http://schemas.openxmlformats.org/officeDocument/2006/relationships/customXml" Target="../ink/ink77.xml"/><Relationship Id="rId361" Type="http://schemas.openxmlformats.org/officeDocument/2006/relationships/image" Target="../media/image179.png"/><Relationship Id="rId599" Type="http://schemas.openxmlformats.org/officeDocument/2006/relationships/customXml" Target="../ink/ink301.xml"/><Relationship Id="rId459" Type="http://schemas.openxmlformats.org/officeDocument/2006/relationships/image" Target="../media/image2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03944-2C7D-0A1F-B435-366F0DFF08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Day3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2DC2E-D8D9-FF3C-3F11-59B05ABE6E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4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FF911DD-991F-1813-6B74-1C849275EE43}"/>
                  </a:ext>
                </a:extLst>
              </p14:cNvPr>
              <p14:cNvContentPartPr/>
              <p14:nvPr/>
            </p14:nvContentPartPr>
            <p14:xfrm>
              <a:off x="-909526" y="5536828"/>
              <a:ext cx="33120" cy="104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FF911DD-991F-1813-6B74-1C849275E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27166" y="5519188"/>
                <a:ext cx="6876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2B8FF48-E9C9-C2CA-EBE9-4E8B876DC7C9}"/>
                  </a:ext>
                </a:extLst>
              </p14:cNvPr>
              <p14:cNvContentPartPr/>
              <p14:nvPr/>
            </p14:nvContentPartPr>
            <p14:xfrm>
              <a:off x="3599834" y="774028"/>
              <a:ext cx="14400" cy="4525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2B8FF48-E9C9-C2CA-EBE9-4E8B876DC7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81834" y="756028"/>
                <a:ext cx="50040" cy="48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E4A57EC-7648-FF6E-1191-831836813905}"/>
                  </a:ext>
                </a:extLst>
              </p14:cNvPr>
              <p14:cNvContentPartPr/>
              <p14:nvPr/>
            </p14:nvContentPartPr>
            <p14:xfrm>
              <a:off x="3545474" y="720028"/>
              <a:ext cx="282960" cy="6458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E4A57EC-7648-FF6E-1191-83183681390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27474" y="702028"/>
                <a:ext cx="318600" cy="68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AEB90AB-97F2-1232-4E62-BD945B39A0EC}"/>
                  </a:ext>
                </a:extLst>
              </p14:cNvPr>
              <p14:cNvContentPartPr/>
              <p14:nvPr/>
            </p14:nvContentPartPr>
            <p14:xfrm>
              <a:off x="3923474" y="1008748"/>
              <a:ext cx="362880" cy="3402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AEB90AB-97F2-1232-4E62-BD945B39A0E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05834" y="991108"/>
                <a:ext cx="39852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110D4B7-C405-F6ED-3535-E124680E22C8}"/>
                  </a:ext>
                </a:extLst>
              </p14:cNvPr>
              <p14:cNvContentPartPr/>
              <p14:nvPr/>
            </p14:nvContentPartPr>
            <p14:xfrm>
              <a:off x="4332794" y="1030348"/>
              <a:ext cx="222480" cy="3042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110D4B7-C405-F6ED-3535-E124680E22C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15154" y="1012348"/>
                <a:ext cx="25812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4299162-FCAC-BD9C-2966-8CEE7A53E8B8}"/>
                  </a:ext>
                </a:extLst>
              </p14:cNvPr>
              <p14:cNvContentPartPr/>
              <p14:nvPr/>
            </p14:nvContentPartPr>
            <p14:xfrm>
              <a:off x="4684514" y="978148"/>
              <a:ext cx="78840" cy="3927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4299162-FCAC-BD9C-2966-8CEE7A53E8B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66514" y="960148"/>
                <a:ext cx="11448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B848798-09BD-C3D0-6279-1947B21DD3CC}"/>
                  </a:ext>
                </a:extLst>
              </p14:cNvPr>
              <p14:cNvContentPartPr/>
              <p14:nvPr/>
            </p14:nvContentPartPr>
            <p14:xfrm>
              <a:off x="4687034" y="819028"/>
              <a:ext cx="72360" cy="471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B848798-09BD-C3D0-6279-1947B21DD3C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69034" y="801028"/>
                <a:ext cx="1080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A911C53-7ECB-37D7-9F89-80F77B8E71D8}"/>
                  </a:ext>
                </a:extLst>
              </p14:cNvPr>
              <p14:cNvContentPartPr/>
              <p14:nvPr/>
            </p14:nvContentPartPr>
            <p14:xfrm>
              <a:off x="4800794" y="1043668"/>
              <a:ext cx="239400" cy="5569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A911C53-7ECB-37D7-9F89-80F77B8E71D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783154" y="1026028"/>
                <a:ext cx="275040" cy="59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92DBF0B-A218-AED6-ABA0-15083099CC54}"/>
                  </a:ext>
                </a:extLst>
              </p14:cNvPr>
              <p14:cNvContentPartPr/>
              <p14:nvPr/>
            </p14:nvContentPartPr>
            <p14:xfrm>
              <a:off x="5166554" y="940708"/>
              <a:ext cx="260280" cy="4518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92DBF0B-A218-AED6-ABA0-15083099CC5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48914" y="922708"/>
                <a:ext cx="295920" cy="48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C7FD918-D0F3-441B-42A5-4F57123B4EBF}"/>
                  </a:ext>
                </a:extLst>
              </p14:cNvPr>
              <p14:cNvContentPartPr/>
              <p14:nvPr/>
            </p14:nvContentPartPr>
            <p14:xfrm>
              <a:off x="5855594" y="994708"/>
              <a:ext cx="290160" cy="3193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C7FD918-D0F3-441B-42A5-4F57123B4EB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37594" y="977068"/>
                <a:ext cx="32580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88744DE-EB22-BC36-9F60-CFE4663F4A7B}"/>
                  </a:ext>
                </a:extLst>
              </p14:cNvPr>
              <p14:cNvContentPartPr/>
              <p14:nvPr/>
            </p14:nvContentPartPr>
            <p14:xfrm>
              <a:off x="6343034" y="956548"/>
              <a:ext cx="410040" cy="3142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88744DE-EB22-BC36-9F60-CFE4663F4A7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325034" y="938548"/>
                <a:ext cx="44568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40B5D5C-0348-10B4-CE8A-EF4C79381A3E}"/>
                  </a:ext>
                </a:extLst>
              </p14:cNvPr>
              <p14:cNvContentPartPr/>
              <p14:nvPr/>
            </p14:nvContentPartPr>
            <p14:xfrm>
              <a:off x="6800594" y="1006228"/>
              <a:ext cx="274680" cy="1785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40B5D5C-0348-10B4-CE8A-EF4C79381A3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782594" y="988228"/>
                <a:ext cx="31032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2836101-C73A-A175-DABE-FAD38CBD123A}"/>
                  </a:ext>
                </a:extLst>
              </p14:cNvPr>
              <p14:cNvContentPartPr/>
              <p14:nvPr/>
            </p14:nvContentPartPr>
            <p14:xfrm>
              <a:off x="7101554" y="765388"/>
              <a:ext cx="103680" cy="5396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2836101-C73A-A175-DABE-FAD38CBD123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083914" y="747748"/>
                <a:ext cx="139320" cy="57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DDF10AA-53D8-1645-4038-5A08C4460A25}"/>
                  </a:ext>
                </a:extLst>
              </p14:cNvPr>
              <p14:cNvContentPartPr/>
              <p14:nvPr/>
            </p14:nvContentPartPr>
            <p14:xfrm>
              <a:off x="7275794" y="745948"/>
              <a:ext cx="124200" cy="5360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DDF10AA-53D8-1645-4038-5A08C4460A2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258154" y="728308"/>
                <a:ext cx="159840" cy="57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316F013-0532-362F-3ACA-CC9EEE8394F9}"/>
                  </a:ext>
                </a:extLst>
              </p14:cNvPr>
              <p14:cNvContentPartPr/>
              <p14:nvPr/>
            </p14:nvContentPartPr>
            <p14:xfrm>
              <a:off x="7835234" y="945388"/>
              <a:ext cx="426960" cy="3448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316F013-0532-362F-3ACA-CC9EEE8394F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817594" y="927388"/>
                <a:ext cx="46260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B3736C2-E309-AB2F-5744-EF3582C5A6BE}"/>
                  </a:ext>
                </a:extLst>
              </p14:cNvPr>
              <p14:cNvContentPartPr/>
              <p14:nvPr/>
            </p14:nvContentPartPr>
            <p14:xfrm>
              <a:off x="7858274" y="1015588"/>
              <a:ext cx="369720" cy="6069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B3736C2-E309-AB2F-5744-EF3582C5A6B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840274" y="997948"/>
                <a:ext cx="405360" cy="64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1F91B17-9AF7-5624-A9AC-D5BA84756C6D}"/>
                  </a:ext>
                </a:extLst>
              </p14:cNvPr>
              <p14:cNvContentPartPr/>
              <p14:nvPr/>
            </p14:nvContentPartPr>
            <p14:xfrm>
              <a:off x="8170394" y="981388"/>
              <a:ext cx="443520" cy="2998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1F91B17-9AF7-5624-A9AC-D5BA84756C6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152394" y="963388"/>
                <a:ext cx="47916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86FCB5E-97CB-47C1-7142-B13059760232}"/>
                  </a:ext>
                </a:extLst>
              </p14:cNvPr>
              <p14:cNvContentPartPr/>
              <p14:nvPr/>
            </p14:nvContentPartPr>
            <p14:xfrm>
              <a:off x="8671514" y="992908"/>
              <a:ext cx="738720" cy="3034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86FCB5E-97CB-47C1-7142-B1305976023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653874" y="974908"/>
                <a:ext cx="77436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22A052A-50E7-B6B6-CEE3-45E1738EA728}"/>
                  </a:ext>
                </a:extLst>
              </p14:cNvPr>
              <p14:cNvContentPartPr/>
              <p14:nvPr/>
            </p14:nvContentPartPr>
            <p14:xfrm>
              <a:off x="9459194" y="990388"/>
              <a:ext cx="38160" cy="5490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22A052A-50E7-B6B6-CEE3-45E1738EA72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441194" y="972748"/>
                <a:ext cx="73800" cy="58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464EBBF-88C7-E76E-2341-A2641E9407BF}"/>
                  </a:ext>
                </a:extLst>
              </p14:cNvPr>
              <p14:cNvContentPartPr/>
              <p14:nvPr/>
            </p14:nvContentPartPr>
            <p14:xfrm>
              <a:off x="9426074" y="989308"/>
              <a:ext cx="251640" cy="1983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464EBBF-88C7-E76E-2341-A2641E9407B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408434" y="971308"/>
                <a:ext cx="28728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2E087E8-93BC-514A-6B09-7985073F38FC}"/>
                  </a:ext>
                </a:extLst>
              </p14:cNvPr>
              <p14:cNvContentPartPr/>
              <p14:nvPr/>
            </p14:nvContentPartPr>
            <p14:xfrm>
              <a:off x="9783554" y="563068"/>
              <a:ext cx="142200" cy="6901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2E087E8-93BC-514A-6B09-7985073F38F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765914" y="545068"/>
                <a:ext cx="177840" cy="72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D8128EE-D7C6-3F9F-8166-27189849AC54}"/>
                  </a:ext>
                </a:extLst>
              </p14:cNvPr>
              <p14:cNvContentPartPr/>
              <p14:nvPr/>
            </p14:nvContentPartPr>
            <p14:xfrm>
              <a:off x="9913874" y="996508"/>
              <a:ext cx="373680" cy="2833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D8128EE-D7C6-3F9F-8166-27189849AC5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895874" y="978508"/>
                <a:ext cx="40932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0F45A60-524F-1ADF-D5D6-27FEF156A310}"/>
                  </a:ext>
                </a:extLst>
              </p14:cNvPr>
              <p14:cNvContentPartPr/>
              <p14:nvPr/>
            </p14:nvContentPartPr>
            <p14:xfrm>
              <a:off x="10302314" y="979228"/>
              <a:ext cx="231840" cy="2221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0F45A60-524F-1ADF-D5D6-27FEF156A31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284314" y="961228"/>
                <a:ext cx="26748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B77E2F7-7E41-74F0-46C3-9A34F938CA01}"/>
                  </a:ext>
                </a:extLst>
              </p14:cNvPr>
              <p14:cNvContentPartPr/>
              <p14:nvPr/>
            </p14:nvContentPartPr>
            <p14:xfrm>
              <a:off x="10292594" y="993988"/>
              <a:ext cx="332280" cy="6408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B77E2F7-7E41-74F0-46C3-9A34F938CA0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274954" y="976348"/>
                <a:ext cx="367920" cy="67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B2E33487-0708-199D-2E09-8E85B58E61BB}"/>
              </a:ext>
            </a:extLst>
          </p:cNvPr>
          <p:cNvGrpSpPr/>
          <p:nvPr/>
        </p:nvGrpSpPr>
        <p:grpSpPr>
          <a:xfrm>
            <a:off x="910994" y="1912708"/>
            <a:ext cx="1272240" cy="511200"/>
            <a:chOff x="910994" y="1912708"/>
            <a:chExt cx="1272240" cy="51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D43FA4F-D752-62ED-D237-CD73FBF921DD}"/>
                    </a:ext>
                  </a:extLst>
                </p14:cNvPr>
                <p14:cNvContentPartPr/>
                <p14:nvPr/>
              </p14:nvContentPartPr>
              <p14:xfrm>
                <a:off x="910994" y="2253268"/>
                <a:ext cx="196200" cy="28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D43FA4F-D752-62ED-D237-CD73FBF921D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92994" y="2235268"/>
                  <a:ext cx="2318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FF49444-A184-2E03-C548-A57D926FF945}"/>
                    </a:ext>
                  </a:extLst>
                </p14:cNvPr>
                <p14:cNvContentPartPr/>
                <p14:nvPr/>
              </p14:nvContentPartPr>
              <p14:xfrm>
                <a:off x="1306634" y="1958788"/>
                <a:ext cx="227520" cy="405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FF49444-A184-2E03-C548-A57D926FF94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288634" y="1941148"/>
                  <a:ext cx="26316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3EB58AE-D01D-2F0C-B41F-5F7A21D744AF}"/>
                    </a:ext>
                  </a:extLst>
                </p14:cNvPr>
                <p14:cNvContentPartPr/>
                <p14:nvPr/>
              </p14:nvContentPartPr>
              <p14:xfrm>
                <a:off x="1620914" y="2104948"/>
                <a:ext cx="94320" cy="232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3EB58AE-D01D-2F0C-B41F-5F7A21D744A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03274" y="2087308"/>
                  <a:ext cx="1299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CD6AD64-B149-80C2-E528-A43CB208B247}"/>
                    </a:ext>
                  </a:extLst>
                </p14:cNvPr>
                <p14:cNvContentPartPr/>
                <p14:nvPr/>
              </p14:nvContentPartPr>
              <p14:xfrm>
                <a:off x="1721354" y="1912708"/>
                <a:ext cx="181080" cy="79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CD6AD64-B149-80C2-E528-A43CB208B24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703354" y="1895068"/>
                  <a:ext cx="216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3061227-5634-2153-D113-DE22242C0A24}"/>
                    </a:ext>
                  </a:extLst>
                </p14:cNvPr>
                <p14:cNvContentPartPr/>
                <p14:nvPr/>
              </p14:nvContentPartPr>
              <p14:xfrm>
                <a:off x="1836194" y="2198188"/>
                <a:ext cx="148320" cy="225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3061227-5634-2153-D113-DE22242C0A2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818554" y="2180548"/>
                  <a:ext cx="1839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6E6D84B-A922-FF63-0CEE-B321568A7334}"/>
                    </a:ext>
                  </a:extLst>
                </p14:cNvPr>
                <p14:cNvContentPartPr/>
                <p14:nvPr/>
              </p14:nvContentPartPr>
              <p14:xfrm>
                <a:off x="2084954" y="2189908"/>
                <a:ext cx="98280" cy="171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6E6D84B-A922-FF63-0CEE-B321568A733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067314" y="2171908"/>
                  <a:ext cx="133920" cy="20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8E96F02-F5E5-68E4-AE85-831DB0AE9D9E}"/>
              </a:ext>
            </a:extLst>
          </p:cNvPr>
          <p:cNvGrpSpPr/>
          <p:nvPr/>
        </p:nvGrpSpPr>
        <p:grpSpPr>
          <a:xfrm>
            <a:off x="2608754" y="1884268"/>
            <a:ext cx="1749960" cy="502920"/>
            <a:chOff x="2608754" y="1884268"/>
            <a:chExt cx="1749960" cy="50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F4A9679-3618-EAA9-9F26-A6DE40EB55E3}"/>
                    </a:ext>
                  </a:extLst>
                </p14:cNvPr>
                <p14:cNvContentPartPr/>
                <p14:nvPr/>
              </p14:nvContentPartPr>
              <p14:xfrm>
                <a:off x="2733674" y="1921348"/>
                <a:ext cx="33120" cy="442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F4A9679-3618-EAA9-9F26-A6DE40EB55E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716034" y="1903708"/>
                  <a:ext cx="6876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DD3DE8C-42BC-B8D9-190C-BDD6333842D9}"/>
                    </a:ext>
                  </a:extLst>
                </p14:cNvPr>
                <p14:cNvContentPartPr/>
                <p14:nvPr/>
              </p14:nvContentPartPr>
              <p14:xfrm>
                <a:off x="2914394" y="1884268"/>
                <a:ext cx="77400" cy="413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DD3DE8C-42BC-B8D9-190C-BDD6333842D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96754" y="1866628"/>
                  <a:ext cx="11304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661D775-2B61-FE55-3676-484A2F53F4F4}"/>
                    </a:ext>
                  </a:extLst>
                </p14:cNvPr>
                <p14:cNvContentPartPr/>
                <p14:nvPr/>
              </p14:nvContentPartPr>
              <p14:xfrm>
                <a:off x="2608754" y="2166508"/>
                <a:ext cx="369360" cy="6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661D775-2B61-FE55-3676-484A2F53F4F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590754" y="2148508"/>
                  <a:ext cx="4050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3640794-EAF3-B791-FD44-B388A7C28A91}"/>
                    </a:ext>
                  </a:extLst>
                </p14:cNvPr>
                <p14:cNvContentPartPr/>
                <p14:nvPr/>
              </p14:nvContentPartPr>
              <p14:xfrm>
                <a:off x="3049754" y="2153548"/>
                <a:ext cx="173160" cy="214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3640794-EAF3-B791-FD44-B388A7C28A9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032114" y="2135548"/>
                  <a:ext cx="2088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A8ED9A0-9F85-061B-19A1-C4A6D739F017}"/>
                    </a:ext>
                  </a:extLst>
                </p14:cNvPr>
                <p14:cNvContentPartPr/>
                <p14:nvPr/>
              </p14:nvContentPartPr>
              <p14:xfrm>
                <a:off x="3296354" y="2088028"/>
                <a:ext cx="188640" cy="285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A8ED9A0-9F85-061B-19A1-C4A6D739F01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278354" y="2070028"/>
                  <a:ext cx="2242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21DC4ED-53C0-2A44-1014-2BFB59018691}"/>
                    </a:ext>
                  </a:extLst>
                </p14:cNvPr>
                <p14:cNvContentPartPr/>
                <p14:nvPr/>
              </p14:nvContentPartPr>
              <p14:xfrm>
                <a:off x="3554114" y="2058508"/>
                <a:ext cx="211320" cy="314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21DC4ED-53C0-2A44-1014-2BFB5901869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36474" y="2040508"/>
                  <a:ext cx="2469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F2943AB-2990-D6B1-454B-FB46F771E574}"/>
                    </a:ext>
                  </a:extLst>
                </p14:cNvPr>
                <p14:cNvContentPartPr/>
                <p14:nvPr/>
              </p14:nvContentPartPr>
              <p14:xfrm>
                <a:off x="3783074" y="2163988"/>
                <a:ext cx="189720" cy="223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F2943AB-2990-D6B1-454B-FB46F771E57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65074" y="2145988"/>
                  <a:ext cx="2253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3BAE10C-37F6-592D-7447-1219EC3968E3}"/>
                    </a:ext>
                  </a:extLst>
                </p14:cNvPr>
                <p14:cNvContentPartPr/>
                <p14:nvPr/>
              </p14:nvContentPartPr>
              <p14:xfrm>
                <a:off x="4072514" y="2116108"/>
                <a:ext cx="286200" cy="270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3BAE10C-37F6-592D-7447-1219EC3968E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54874" y="2098108"/>
                  <a:ext cx="321840" cy="30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5D39E3C-69D7-636C-CEDF-F3C2185116BE}"/>
              </a:ext>
            </a:extLst>
          </p:cNvPr>
          <p:cNvGrpSpPr/>
          <p:nvPr/>
        </p:nvGrpSpPr>
        <p:grpSpPr>
          <a:xfrm>
            <a:off x="4829234" y="2028268"/>
            <a:ext cx="1649520" cy="588240"/>
            <a:chOff x="4829234" y="2028268"/>
            <a:chExt cx="1649520" cy="58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BC6A96A-8159-4180-DECE-2752E5A5A5BC}"/>
                    </a:ext>
                  </a:extLst>
                </p14:cNvPr>
                <p14:cNvContentPartPr/>
                <p14:nvPr/>
              </p14:nvContentPartPr>
              <p14:xfrm>
                <a:off x="4829234" y="2037628"/>
                <a:ext cx="330480" cy="578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BC6A96A-8159-4180-DECE-2752E5A5A5B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811234" y="2019988"/>
                  <a:ext cx="366120" cy="61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E7A2E8D-05B1-3439-890C-E0D17D841CC2}"/>
                    </a:ext>
                  </a:extLst>
                </p14:cNvPr>
                <p14:cNvContentPartPr/>
                <p14:nvPr/>
              </p14:nvContentPartPr>
              <p14:xfrm>
                <a:off x="5265914" y="2058148"/>
                <a:ext cx="758880" cy="235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E7A2E8D-05B1-3439-890C-E0D17D841CC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247914" y="2040508"/>
                  <a:ext cx="7945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17B5C9A-9112-9646-87F7-0B65A4FDD20C}"/>
                    </a:ext>
                  </a:extLst>
                </p14:cNvPr>
                <p14:cNvContentPartPr/>
                <p14:nvPr/>
              </p14:nvContentPartPr>
              <p14:xfrm>
                <a:off x="6123074" y="2028268"/>
                <a:ext cx="355680" cy="239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17B5C9A-9112-9646-87F7-0B65A4FDD20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105434" y="2010268"/>
                  <a:ext cx="391320" cy="27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4AFAFDC-9950-9FFC-D824-60C21DEE5967}"/>
              </a:ext>
            </a:extLst>
          </p:cNvPr>
          <p:cNvGrpSpPr/>
          <p:nvPr/>
        </p:nvGrpSpPr>
        <p:grpSpPr>
          <a:xfrm>
            <a:off x="931154" y="2640628"/>
            <a:ext cx="2056680" cy="509760"/>
            <a:chOff x="931154" y="2640628"/>
            <a:chExt cx="2056680" cy="50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20E9D9A-59E7-E347-39FC-4C0D430C2614}"/>
                    </a:ext>
                  </a:extLst>
                </p14:cNvPr>
                <p14:cNvContentPartPr/>
                <p14:nvPr/>
              </p14:nvContentPartPr>
              <p14:xfrm>
                <a:off x="931154" y="2908828"/>
                <a:ext cx="293760" cy="35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20E9D9A-59E7-E347-39FC-4C0D430C261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13154" y="2891188"/>
                  <a:ext cx="3294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79CD99E-BA39-BFD0-6894-FE9589A06EF2}"/>
                    </a:ext>
                  </a:extLst>
                </p14:cNvPr>
                <p14:cNvContentPartPr/>
                <p14:nvPr/>
              </p14:nvContentPartPr>
              <p14:xfrm>
                <a:off x="1584554" y="2687068"/>
                <a:ext cx="47160" cy="463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79CD99E-BA39-BFD0-6894-FE9589A06EF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566914" y="2669428"/>
                  <a:ext cx="8280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86FC8D1-D51B-28DC-FF83-106BD5E5D697}"/>
                    </a:ext>
                  </a:extLst>
                </p14:cNvPr>
                <p14:cNvContentPartPr/>
                <p14:nvPr/>
              </p14:nvContentPartPr>
              <p14:xfrm>
                <a:off x="1377194" y="2687428"/>
                <a:ext cx="496440" cy="55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86FC8D1-D51B-28DC-FF83-106BD5E5D69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359554" y="2669788"/>
                  <a:ext cx="5320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F1433C1-8BAC-3B11-DB2A-6D75E74C54A2}"/>
                    </a:ext>
                  </a:extLst>
                </p14:cNvPr>
                <p14:cNvContentPartPr/>
                <p14:nvPr/>
              </p14:nvContentPartPr>
              <p14:xfrm>
                <a:off x="1838714" y="2640628"/>
                <a:ext cx="163800" cy="461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F1433C1-8BAC-3B11-DB2A-6D75E74C54A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820714" y="2622628"/>
                  <a:ext cx="19944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DF47D46-97A0-C85C-AAD8-92E2FF33C1ED}"/>
                    </a:ext>
                  </a:extLst>
                </p14:cNvPr>
                <p14:cNvContentPartPr/>
                <p14:nvPr/>
              </p14:nvContentPartPr>
              <p14:xfrm>
                <a:off x="2051834" y="2899828"/>
                <a:ext cx="290520" cy="232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DF47D46-97A0-C85C-AAD8-92E2FF33C1E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033834" y="2882188"/>
                  <a:ext cx="3261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94503F3-2D1F-3F8F-08F1-FF77361BA68A}"/>
                    </a:ext>
                  </a:extLst>
                </p14:cNvPr>
                <p14:cNvContentPartPr/>
                <p14:nvPr/>
              </p14:nvContentPartPr>
              <p14:xfrm>
                <a:off x="2363234" y="2907748"/>
                <a:ext cx="624600" cy="2340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94503F3-2D1F-3F8F-08F1-FF77361BA68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45594" y="2890108"/>
                  <a:ext cx="660240" cy="26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8AABDEB-2B39-C9D2-4F00-8428F5A5C628}"/>
              </a:ext>
            </a:extLst>
          </p:cNvPr>
          <p:cNvGrpSpPr/>
          <p:nvPr/>
        </p:nvGrpSpPr>
        <p:grpSpPr>
          <a:xfrm>
            <a:off x="3570674" y="2664388"/>
            <a:ext cx="1334160" cy="499680"/>
            <a:chOff x="3570674" y="2664388"/>
            <a:chExt cx="1334160" cy="49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301C0D7-92F6-EED5-CECE-D0277A2E6971}"/>
                    </a:ext>
                  </a:extLst>
                </p14:cNvPr>
                <p14:cNvContentPartPr/>
                <p14:nvPr/>
              </p14:nvContentPartPr>
              <p14:xfrm>
                <a:off x="3597674" y="2664388"/>
                <a:ext cx="55800" cy="384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301C0D7-92F6-EED5-CECE-D0277A2E697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79674" y="2646748"/>
                  <a:ext cx="9144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B4CF012-1FD5-F7C3-059F-C1DCA3C9A57E}"/>
                    </a:ext>
                  </a:extLst>
                </p14:cNvPr>
                <p14:cNvContentPartPr/>
                <p14:nvPr/>
              </p14:nvContentPartPr>
              <p14:xfrm>
                <a:off x="3570674" y="2685268"/>
                <a:ext cx="330120" cy="443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B4CF012-1FD5-F7C3-059F-C1DCA3C9A57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52674" y="2667628"/>
                  <a:ext cx="36576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0314573-6045-39A9-7D32-6B47CAA53167}"/>
                    </a:ext>
                  </a:extLst>
                </p14:cNvPr>
                <p14:cNvContentPartPr/>
                <p14:nvPr/>
              </p14:nvContentPartPr>
              <p14:xfrm>
                <a:off x="3985394" y="2851228"/>
                <a:ext cx="275760" cy="236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0314573-6045-39A9-7D32-6B47CAA5316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967754" y="2833588"/>
                  <a:ext cx="3114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F63400E-A86B-2FFF-8263-667120933A36}"/>
                    </a:ext>
                  </a:extLst>
                </p14:cNvPr>
                <p14:cNvContentPartPr/>
                <p14:nvPr/>
              </p14:nvContentPartPr>
              <p14:xfrm>
                <a:off x="4310114" y="2857708"/>
                <a:ext cx="208800" cy="228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F63400E-A86B-2FFF-8263-667120933A3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92474" y="2840068"/>
                  <a:ext cx="2444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8948421-84C9-58A8-37DA-C844A39C6D91}"/>
                    </a:ext>
                  </a:extLst>
                </p14:cNvPr>
                <p14:cNvContentPartPr/>
                <p14:nvPr/>
              </p14:nvContentPartPr>
              <p14:xfrm>
                <a:off x="4557794" y="2728108"/>
                <a:ext cx="251280" cy="3733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8948421-84C9-58A8-37DA-C844A39C6D9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540154" y="2710468"/>
                  <a:ext cx="28692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74FA297-D270-48AB-AF2C-C344D93FBCC0}"/>
                    </a:ext>
                  </a:extLst>
                </p14:cNvPr>
                <p14:cNvContentPartPr/>
                <p14:nvPr/>
              </p14:nvContentPartPr>
              <p14:xfrm>
                <a:off x="4623674" y="2994148"/>
                <a:ext cx="281160" cy="169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74FA297-D270-48AB-AF2C-C344D93FBCC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606034" y="2976508"/>
                  <a:ext cx="31680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A0635F8-E3FA-0051-D717-C0F86E77716D}"/>
              </a:ext>
            </a:extLst>
          </p:cNvPr>
          <p:cNvGrpSpPr/>
          <p:nvPr/>
        </p:nvGrpSpPr>
        <p:grpSpPr>
          <a:xfrm>
            <a:off x="5384354" y="2801908"/>
            <a:ext cx="1344600" cy="315360"/>
            <a:chOff x="5384354" y="2801908"/>
            <a:chExt cx="134460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6B06983-9286-39BB-9097-3B0C162E4AC8}"/>
                    </a:ext>
                  </a:extLst>
                </p14:cNvPr>
                <p14:cNvContentPartPr/>
                <p14:nvPr/>
              </p14:nvContentPartPr>
              <p14:xfrm>
                <a:off x="5384354" y="2824948"/>
                <a:ext cx="300240" cy="288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6B06983-9286-39BB-9097-3B0C162E4AC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366354" y="2807308"/>
                  <a:ext cx="3358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0BB1B5A-CCD3-FE98-272F-E448C81D8258}"/>
                    </a:ext>
                  </a:extLst>
                </p14:cNvPr>
                <p14:cNvContentPartPr/>
                <p14:nvPr/>
              </p14:nvContentPartPr>
              <p14:xfrm>
                <a:off x="5713394" y="2840428"/>
                <a:ext cx="201240" cy="206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0BB1B5A-CCD3-FE98-272F-E448C81D825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695394" y="2822428"/>
                  <a:ext cx="2368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915EB9D-D5F3-357B-4F2E-500B2D1DD935}"/>
                    </a:ext>
                  </a:extLst>
                </p14:cNvPr>
                <p14:cNvContentPartPr/>
                <p14:nvPr/>
              </p14:nvContentPartPr>
              <p14:xfrm>
                <a:off x="5959994" y="2813788"/>
                <a:ext cx="174600" cy="249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915EB9D-D5F3-357B-4F2E-500B2D1DD93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941994" y="2796148"/>
                  <a:ext cx="2102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D2B91D5-8217-C3D5-FD61-A5020249E476}"/>
                    </a:ext>
                  </a:extLst>
                </p14:cNvPr>
                <p14:cNvContentPartPr/>
                <p14:nvPr/>
              </p14:nvContentPartPr>
              <p14:xfrm>
                <a:off x="6227834" y="2801908"/>
                <a:ext cx="501120" cy="315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D2B91D5-8217-C3D5-FD61-A5020249E47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210194" y="2784268"/>
                  <a:ext cx="536760" cy="35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D686E6B-4E1D-C3F6-0ECD-4917C9FDA9EE}"/>
              </a:ext>
            </a:extLst>
          </p:cNvPr>
          <p:cNvGrpSpPr/>
          <p:nvPr/>
        </p:nvGrpSpPr>
        <p:grpSpPr>
          <a:xfrm>
            <a:off x="7084994" y="2826028"/>
            <a:ext cx="548640" cy="299520"/>
            <a:chOff x="7084994" y="2826028"/>
            <a:chExt cx="548640" cy="29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10928B9-6882-0F81-E658-7B4366852FFB}"/>
                    </a:ext>
                  </a:extLst>
                </p14:cNvPr>
                <p14:cNvContentPartPr/>
                <p14:nvPr/>
              </p14:nvContentPartPr>
              <p14:xfrm>
                <a:off x="7084994" y="2964628"/>
                <a:ext cx="545040" cy="151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10928B9-6882-0F81-E658-7B4366852FF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067354" y="2946988"/>
                  <a:ext cx="5806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64930E2-F636-F522-1ED1-1AE9560B3834}"/>
                    </a:ext>
                  </a:extLst>
                </p14:cNvPr>
                <p14:cNvContentPartPr/>
                <p14:nvPr/>
              </p14:nvContentPartPr>
              <p14:xfrm>
                <a:off x="7478114" y="2826028"/>
                <a:ext cx="155520" cy="299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64930E2-F636-F522-1ED1-1AE9560B383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460474" y="2808028"/>
                  <a:ext cx="191160" cy="33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49474873-2955-11F9-A29F-F1BA39E20E42}"/>
              </a:ext>
            </a:extLst>
          </p:cNvPr>
          <p:cNvGrpSpPr/>
          <p:nvPr/>
        </p:nvGrpSpPr>
        <p:grpSpPr>
          <a:xfrm>
            <a:off x="8086514" y="2488348"/>
            <a:ext cx="1461600" cy="821160"/>
            <a:chOff x="8086514" y="2488348"/>
            <a:chExt cx="1461600" cy="82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F64E9C8-1E1B-7A09-761E-79E45E915AE9}"/>
                    </a:ext>
                  </a:extLst>
                </p14:cNvPr>
                <p14:cNvContentPartPr/>
                <p14:nvPr/>
              </p14:nvContentPartPr>
              <p14:xfrm>
                <a:off x="8086514" y="2583748"/>
                <a:ext cx="262440" cy="476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F64E9C8-1E1B-7A09-761E-79E45E915AE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68514" y="2565748"/>
                  <a:ext cx="29808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2F0ADCC-58FF-897C-0713-9E9B67F6A69A}"/>
                    </a:ext>
                  </a:extLst>
                </p14:cNvPr>
                <p14:cNvContentPartPr/>
                <p14:nvPr/>
              </p14:nvContentPartPr>
              <p14:xfrm>
                <a:off x="8450474" y="2789668"/>
                <a:ext cx="12960" cy="260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2F0ADCC-58FF-897C-0713-9E9B67F6A69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432474" y="2771668"/>
                  <a:ext cx="486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3C9B60D-1746-152E-6501-5F4221532723}"/>
                    </a:ext>
                  </a:extLst>
                </p14:cNvPr>
                <p14:cNvContentPartPr/>
                <p14:nvPr/>
              </p14:nvContentPartPr>
              <p14:xfrm>
                <a:off x="8446514" y="2601748"/>
                <a:ext cx="14400" cy="619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3C9B60D-1746-152E-6501-5F422153272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428514" y="2584108"/>
                  <a:ext cx="50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4BDB568-C666-0032-B74B-4A6001209A9E}"/>
                    </a:ext>
                  </a:extLst>
                </p14:cNvPr>
                <p14:cNvContentPartPr/>
                <p14:nvPr/>
              </p14:nvContentPartPr>
              <p14:xfrm>
                <a:off x="8578994" y="2763028"/>
                <a:ext cx="224280" cy="546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4BDB568-C666-0032-B74B-4A6001209A9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561354" y="2745028"/>
                  <a:ext cx="259920" cy="58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61764A6-EB96-D9D9-5993-CDEE9F37527F}"/>
                    </a:ext>
                  </a:extLst>
                </p14:cNvPr>
                <p14:cNvContentPartPr/>
                <p14:nvPr/>
              </p14:nvContentPartPr>
              <p14:xfrm>
                <a:off x="8895434" y="2585908"/>
                <a:ext cx="260640" cy="413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61764A6-EB96-D9D9-5993-CDEE9F37527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877434" y="2568268"/>
                  <a:ext cx="29628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0CF1B21-2698-0B9E-7732-4A4F5176230F}"/>
                    </a:ext>
                  </a:extLst>
                </p14:cNvPr>
                <p14:cNvContentPartPr/>
                <p14:nvPr/>
              </p14:nvContentPartPr>
              <p14:xfrm>
                <a:off x="9298274" y="2488348"/>
                <a:ext cx="33840" cy="4932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0CF1B21-2698-0B9E-7732-4A4F5176230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80274" y="2470348"/>
                  <a:ext cx="6948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B0CDA6B-2DA5-B50C-2CF9-8CDADEFCF3B7}"/>
                    </a:ext>
                  </a:extLst>
                </p14:cNvPr>
                <p14:cNvContentPartPr/>
                <p14:nvPr/>
              </p14:nvContentPartPr>
              <p14:xfrm>
                <a:off x="9217634" y="2718028"/>
                <a:ext cx="330480" cy="43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B0CDA6B-2DA5-B50C-2CF9-8CDADEFCF3B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199994" y="2700028"/>
                  <a:ext cx="36612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304CA884-6D25-7E49-8436-B84D94A306B6}"/>
                  </a:ext>
                </a:extLst>
              </p14:cNvPr>
              <p14:cNvContentPartPr/>
              <p14:nvPr/>
            </p14:nvContentPartPr>
            <p14:xfrm>
              <a:off x="891914" y="3982348"/>
              <a:ext cx="450360" cy="529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304CA884-6D25-7E49-8436-B84D94A306B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73914" y="3964348"/>
                <a:ext cx="4860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3385BAB-31E8-B4D5-6E2F-3F59549FBF9A}"/>
                  </a:ext>
                </a:extLst>
              </p14:cNvPr>
              <p14:cNvContentPartPr/>
              <p14:nvPr/>
            </p14:nvContentPartPr>
            <p14:xfrm>
              <a:off x="995594" y="4893148"/>
              <a:ext cx="460440" cy="219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3385BAB-31E8-B4D5-6E2F-3F59549FBF9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77594" y="4875508"/>
                <a:ext cx="496080" cy="5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4" name="Group 223">
            <a:extLst>
              <a:ext uri="{FF2B5EF4-FFF2-40B4-BE49-F238E27FC236}">
                <a16:creationId xmlns:a16="http://schemas.microsoft.com/office/drawing/2014/main" id="{626C94F1-4C43-9174-CD69-4F23467A40F6}"/>
              </a:ext>
            </a:extLst>
          </p:cNvPr>
          <p:cNvGrpSpPr/>
          <p:nvPr/>
        </p:nvGrpSpPr>
        <p:grpSpPr>
          <a:xfrm>
            <a:off x="1620194" y="3608308"/>
            <a:ext cx="10392840" cy="3221280"/>
            <a:chOff x="1620194" y="3608308"/>
            <a:chExt cx="10392840" cy="322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0FD5076-57E4-BD01-5081-B0BB62D12B5F}"/>
                    </a:ext>
                  </a:extLst>
                </p14:cNvPr>
                <p14:cNvContentPartPr/>
                <p14:nvPr/>
              </p14:nvContentPartPr>
              <p14:xfrm>
                <a:off x="1620194" y="3677428"/>
                <a:ext cx="301320" cy="3729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0FD5076-57E4-BD01-5081-B0BB62D12B5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602554" y="3659788"/>
                  <a:ext cx="33696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D7D3C1F-B3F8-B34C-1168-6D0441328D8B}"/>
                    </a:ext>
                  </a:extLst>
                </p14:cNvPr>
                <p14:cNvContentPartPr/>
                <p14:nvPr/>
              </p14:nvContentPartPr>
              <p14:xfrm>
                <a:off x="2099714" y="3785788"/>
                <a:ext cx="248040" cy="241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D7D3C1F-B3F8-B34C-1168-6D0441328D8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081714" y="3767788"/>
                  <a:ext cx="2836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EE475D1-BEB9-FF64-13A4-BEBE7FF2486F}"/>
                    </a:ext>
                  </a:extLst>
                </p14:cNvPr>
                <p14:cNvContentPartPr/>
                <p14:nvPr/>
              </p14:nvContentPartPr>
              <p14:xfrm>
                <a:off x="2423354" y="3893788"/>
                <a:ext cx="230040" cy="1551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EE475D1-BEB9-FF64-13A4-BEBE7FF2486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405354" y="3875788"/>
                  <a:ext cx="2656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A7D2B54-7758-22CD-7F4A-972128BF16A8}"/>
                    </a:ext>
                  </a:extLst>
                </p14:cNvPr>
                <p14:cNvContentPartPr/>
                <p14:nvPr/>
              </p14:nvContentPartPr>
              <p14:xfrm>
                <a:off x="2750234" y="3690028"/>
                <a:ext cx="53280" cy="405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A7D2B54-7758-22CD-7F4A-972128BF16A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732234" y="3672388"/>
                  <a:ext cx="8892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B6D7E33-AE9D-A685-8299-4A58919EF656}"/>
                    </a:ext>
                  </a:extLst>
                </p14:cNvPr>
                <p14:cNvContentPartPr/>
                <p14:nvPr/>
              </p14:nvContentPartPr>
              <p14:xfrm>
                <a:off x="2933474" y="3674188"/>
                <a:ext cx="40680" cy="414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B6D7E33-AE9D-A685-8299-4A58919EF65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915834" y="3656548"/>
                  <a:ext cx="7632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893C51B-7231-30DD-DE5C-F540F5E36797}"/>
                    </a:ext>
                  </a:extLst>
                </p14:cNvPr>
                <p14:cNvContentPartPr/>
                <p14:nvPr/>
              </p14:nvContentPartPr>
              <p14:xfrm>
                <a:off x="3361874" y="3777868"/>
                <a:ext cx="218160" cy="237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893C51B-7231-30DD-DE5C-F540F5E3679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343874" y="3760228"/>
                  <a:ext cx="2538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2BCCAA6-85E1-9655-6130-8ACA034F442F}"/>
                    </a:ext>
                  </a:extLst>
                </p14:cNvPr>
                <p14:cNvContentPartPr/>
                <p14:nvPr/>
              </p14:nvContentPartPr>
              <p14:xfrm>
                <a:off x="3682634" y="3806308"/>
                <a:ext cx="17280" cy="5238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2BCCAA6-85E1-9655-6130-8ACA034F442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664634" y="3788308"/>
                  <a:ext cx="5292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A25130C-89D0-950F-1846-531257D60373}"/>
                    </a:ext>
                  </a:extLst>
                </p14:cNvPr>
                <p14:cNvContentPartPr/>
                <p14:nvPr/>
              </p14:nvContentPartPr>
              <p14:xfrm>
                <a:off x="3625034" y="3845188"/>
                <a:ext cx="235080" cy="216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A25130C-89D0-950F-1846-531257D6037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607034" y="3827188"/>
                  <a:ext cx="2707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6DD686B-C6C6-6815-2DA6-46184C067D2A}"/>
                    </a:ext>
                  </a:extLst>
                </p14:cNvPr>
                <p14:cNvContentPartPr/>
                <p14:nvPr/>
              </p14:nvContentPartPr>
              <p14:xfrm>
                <a:off x="3943994" y="3817108"/>
                <a:ext cx="299520" cy="2746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6DD686B-C6C6-6815-2DA6-46184C067D2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925994" y="3799468"/>
                  <a:ext cx="3351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59A5BB0-9B56-4AAD-ADE8-A4CBA7C454EA}"/>
                    </a:ext>
                  </a:extLst>
                </p14:cNvPr>
                <p14:cNvContentPartPr/>
                <p14:nvPr/>
              </p14:nvContentPartPr>
              <p14:xfrm>
                <a:off x="4211474" y="3837988"/>
                <a:ext cx="183600" cy="2880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59A5BB0-9B56-4AAD-ADE8-A4CBA7C454E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193834" y="3820348"/>
                  <a:ext cx="21924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7B4C82F-E3E8-BF7F-CD3A-04D1E34E9AF7}"/>
                    </a:ext>
                  </a:extLst>
                </p14:cNvPr>
                <p14:cNvContentPartPr/>
                <p14:nvPr/>
              </p14:nvContentPartPr>
              <p14:xfrm>
                <a:off x="4457354" y="3871828"/>
                <a:ext cx="318240" cy="231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7B4C82F-E3E8-BF7F-CD3A-04D1E34E9AF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439714" y="3853828"/>
                  <a:ext cx="3538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9F25A06-A9A3-8631-E583-4A9FF8B79E2B}"/>
                    </a:ext>
                  </a:extLst>
                </p14:cNvPr>
                <p14:cNvContentPartPr/>
                <p14:nvPr/>
              </p14:nvContentPartPr>
              <p14:xfrm>
                <a:off x="1726754" y="4640788"/>
                <a:ext cx="533160" cy="550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9F25A06-A9A3-8631-E583-4A9FF8B79E2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708754" y="4622788"/>
                  <a:ext cx="56880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131BFFD-EDFC-57D4-2DFA-3F8827FC3A76}"/>
                    </a:ext>
                  </a:extLst>
                </p14:cNvPr>
                <p14:cNvContentPartPr/>
                <p14:nvPr/>
              </p14:nvContentPartPr>
              <p14:xfrm>
                <a:off x="2271794" y="4927348"/>
                <a:ext cx="237960" cy="214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131BFFD-EDFC-57D4-2DFA-3F8827FC3A7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253794" y="4909708"/>
                  <a:ext cx="2736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8D3CBB8-A760-697B-829F-5B77861F550F}"/>
                    </a:ext>
                  </a:extLst>
                </p14:cNvPr>
                <p14:cNvContentPartPr/>
                <p14:nvPr/>
              </p14:nvContentPartPr>
              <p14:xfrm>
                <a:off x="2601194" y="4895668"/>
                <a:ext cx="363240" cy="2692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8D3CBB8-A760-697B-829F-5B77861F550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583194" y="4877668"/>
                  <a:ext cx="3988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5A1A4FC-AA42-3F01-F8C9-1724ECA109AF}"/>
                    </a:ext>
                  </a:extLst>
                </p14:cNvPr>
                <p14:cNvContentPartPr/>
                <p14:nvPr/>
              </p14:nvContentPartPr>
              <p14:xfrm>
                <a:off x="3066314" y="4607668"/>
                <a:ext cx="262080" cy="6282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5A1A4FC-AA42-3F01-F8C9-1724ECA109A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048314" y="4590028"/>
                  <a:ext cx="297720" cy="66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172CC3B-EC7B-E621-DAC0-2BA9B1CBA65A}"/>
                    </a:ext>
                  </a:extLst>
                </p14:cNvPr>
                <p14:cNvContentPartPr/>
                <p14:nvPr/>
              </p14:nvContentPartPr>
              <p14:xfrm>
                <a:off x="3451874" y="4972708"/>
                <a:ext cx="12960" cy="225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172CC3B-EC7B-E621-DAC0-2BA9B1CBA65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433874" y="4955068"/>
                  <a:ext cx="486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B13ECB8-42A2-9FC9-7F09-3C9EC6EDFC2E}"/>
                    </a:ext>
                  </a:extLst>
                </p14:cNvPr>
                <p14:cNvContentPartPr/>
                <p14:nvPr/>
              </p14:nvContentPartPr>
              <p14:xfrm>
                <a:off x="3465554" y="4825108"/>
                <a:ext cx="4320" cy="334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B13ECB8-42A2-9FC9-7F09-3C9EC6EDFC2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447914" y="4807108"/>
                  <a:ext cx="399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A367F71-BD2C-937C-246E-97EF96A07F82}"/>
                    </a:ext>
                  </a:extLst>
                </p14:cNvPr>
                <p14:cNvContentPartPr/>
                <p14:nvPr/>
              </p14:nvContentPartPr>
              <p14:xfrm>
                <a:off x="3609914" y="4975228"/>
                <a:ext cx="211320" cy="2887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A367F71-BD2C-937C-246E-97EF96A07F8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591914" y="4957588"/>
                  <a:ext cx="2469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08666C2-B000-AF15-AC9C-697DAB6D9EDE}"/>
                    </a:ext>
                  </a:extLst>
                </p14:cNvPr>
                <p14:cNvContentPartPr/>
                <p14:nvPr/>
              </p14:nvContentPartPr>
              <p14:xfrm>
                <a:off x="4257194" y="4655548"/>
                <a:ext cx="97560" cy="7509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08666C2-B000-AF15-AC9C-697DAB6D9ED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239554" y="4637908"/>
                  <a:ext cx="133200" cy="78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612B069-A628-73DC-39EF-EC8B4E3FE986}"/>
                    </a:ext>
                  </a:extLst>
                </p14:cNvPr>
                <p14:cNvContentPartPr/>
                <p14:nvPr/>
              </p14:nvContentPartPr>
              <p14:xfrm>
                <a:off x="4158554" y="5056948"/>
                <a:ext cx="339120" cy="309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612B069-A628-73DC-39EF-EC8B4E3FE98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140554" y="5039308"/>
                  <a:ext cx="3747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724F0F4-ED7E-5A97-7E24-ECA49462BF29}"/>
                    </a:ext>
                  </a:extLst>
                </p14:cNvPr>
                <p14:cNvContentPartPr/>
                <p14:nvPr/>
              </p14:nvContentPartPr>
              <p14:xfrm>
                <a:off x="4475714" y="4946068"/>
                <a:ext cx="247680" cy="1785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724F0F4-ED7E-5A97-7E24-ECA49462BF2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458074" y="4928068"/>
                  <a:ext cx="2833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09874FE-DF1B-9C67-A63E-4938F4E8EBBF}"/>
                    </a:ext>
                  </a:extLst>
                </p14:cNvPr>
                <p14:cNvContentPartPr/>
                <p14:nvPr/>
              </p14:nvContentPartPr>
              <p14:xfrm>
                <a:off x="4823474" y="4626028"/>
                <a:ext cx="69840" cy="596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09874FE-DF1B-9C67-A63E-4938F4E8EBB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805474" y="4608388"/>
                  <a:ext cx="105480" cy="63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47C9985-DAC3-D147-F6B2-C5528A89BDFD}"/>
                    </a:ext>
                  </a:extLst>
                </p14:cNvPr>
                <p14:cNvContentPartPr/>
                <p14:nvPr/>
              </p14:nvContentPartPr>
              <p14:xfrm>
                <a:off x="4995194" y="4696588"/>
                <a:ext cx="86400" cy="4734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47C9985-DAC3-D147-F6B2-C5528A89BDF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977554" y="4678588"/>
                  <a:ext cx="12204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3BB1156-C56B-783F-B962-1506E9538A6E}"/>
                    </a:ext>
                  </a:extLst>
                </p14:cNvPr>
                <p14:cNvContentPartPr/>
                <p14:nvPr/>
              </p14:nvContentPartPr>
              <p14:xfrm>
                <a:off x="5119754" y="4985308"/>
                <a:ext cx="136800" cy="181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3BB1156-C56B-783F-B962-1506E9538A6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101754" y="4967308"/>
                  <a:ext cx="1724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A0B1307-899A-F8CC-BDF4-339A5ED49DF6}"/>
                    </a:ext>
                  </a:extLst>
                </p14:cNvPr>
                <p14:cNvContentPartPr/>
                <p14:nvPr/>
              </p14:nvContentPartPr>
              <p14:xfrm>
                <a:off x="5300834" y="4982068"/>
                <a:ext cx="307440" cy="2466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A0B1307-899A-F8CC-BDF4-339A5ED49DF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282834" y="4964068"/>
                  <a:ext cx="3430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1C8D7A0-6913-5865-7143-32C5BB50CE8A}"/>
                    </a:ext>
                  </a:extLst>
                </p14:cNvPr>
                <p14:cNvContentPartPr/>
                <p14:nvPr/>
              </p14:nvContentPartPr>
              <p14:xfrm>
                <a:off x="5413874" y="3910708"/>
                <a:ext cx="728640" cy="525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1C8D7A0-6913-5865-7143-32C5BB50CE8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395874" y="3893068"/>
                  <a:ext cx="7642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4018D58-AFF8-D3C4-4890-75DA9BE68BEC}"/>
                    </a:ext>
                  </a:extLst>
                </p14:cNvPr>
                <p14:cNvContentPartPr/>
                <p14:nvPr/>
              </p14:nvContentPartPr>
              <p14:xfrm>
                <a:off x="6031994" y="3769948"/>
                <a:ext cx="81360" cy="3438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4018D58-AFF8-D3C4-4890-75DA9BE68BE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013994" y="3751948"/>
                  <a:ext cx="11700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40CEF1B-1517-8B01-FA6F-828282A53438}"/>
                    </a:ext>
                  </a:extLst>
                </p14:cNvPr>
                <p14:cNvContentPartPr/>
                <p14:nvPr/>
              </p14:nvContentPartPr>
              <p14:xfrm>
                <a:off x="6619514" y="3612268"/>
                <a:ext cx="171360" cy="540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40CEF1B-1517-8B01-FA6F-828282A5343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601514" y="3594268"/>
                  <a:ext cx="20700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4F74922-27C1-307D-8C44-ED63F39056FD}"/>
                    </a:ext>
                  </a:extLst>
                </p14:cNvPr>
                <p14:cNvContentPartPr/>
                <p14:nvPr/>
              </p14:nvContentPartPr>
              <p14:xfrm>
                <a:off x="6480914" y="3927988"/>
                <a:ext cx="346680" cy="25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4F74922-27C1-307D-8C44-ED63F39056F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462914" y="3909988"/>
                  <a:ext cx="382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5BF2CE8-D2A1-6DB5-61A8-EDA7FE378ED2}"/>
                    </a:ext>
                  </a:extLst>
                </p14:cNvPr>
                <p14:cNvContentPartPr/>
                <p14:nvPr/>
              </p14:nvContentPartPr>
              <p14:xfrm>
                <a:off x="6997874" y="3617308"/>
                <a:ext cx="52200" cy="4039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5BF2CE8-D2A1-6DB5-61A8-EDA7FE378ED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979874" y="3599668"/>
                  <a:ext cx="8784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37FF4B9-65C3-0C8B-90CE-D0606BB3F9C5}"/>
                    </a:ext>
                  </a:extLst>
                </p14:cNvPr>
                <p14:cNvContentPartPr/>
                <p14:nvPr/>
              </p14:nvContentPartPr>
              <p14:xfrm>
                <a:off x="7137914" y="3859588"/>
                <a:ext cx="142200" cy="1641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37FF4B9-65C3-0C8B-90CE-D0606BB3F9C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120274" y="3841948"/>
                  <a:ext cx="1778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7CD4EF3-37C5-C52E-1F50-047D4D516372}"/>
                    </a:ext>
                  </a:extLst>
                </p14:cNvPr>
                <p14:cNvContentPartPr/>
                <p14:nvPr/>
              </p14:nvContentPartPr>
              <p14:xfrm>
                <a:off x="7369394" y="3847348"/>
                <a:ext cx="154800" cy="1897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7CD4EF3-37C5-C52E-1F50-047D4D51637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351394" y="3829708"/>
                  <a:ext cx="1904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63A718E-B6A5-AD92-4779-617D429A920B}"/>
                    </a:ext>
                  </a:extLst>
                </p14:cNvPr>
                <p14:cNvContentPartPr/>
                <p14:nvPr/>
              </p14:nvContentPartPr>
              <p14:xfrm>
                <a:off x="7566674" y="3873268"/>
                <a:ext cx="168480" cy="134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63A718E-B6A5-AD92-4779-617D429A920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548674" y="3855268"/>
                  <a:ext cx="2041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342883C-46EE-69CB-9A3B-4936A056515D}"/>
                    </a:ext>
                  </a:extLst>
                </p14:cNvPr>
                <p14:cNvContentPartPr/>
                <p14:nvPr/>
              </p14:nvContentPartPr>
              <p14:xfrm>
                <a:off x="8034314" y="3782188"/>
                <a:ext cx="21960" cy="4039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342883C-46EE-69CB-9A3B-4936A056515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016674" y="3764548"/>
                  <a:ext cx="5760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AF18C2C-8994-1D3F-E602-0FB41814A765}"/>
                    </a:ext>
                  </a:extLst>
                </p14:cNvPr>
                <p14:cNvContentPartPr/>
                <p14:nvPr/>
              </p14:nvContentPartPr>
              <p14:xfrm>
                <a:off x="8045834" y="3804868"/>
                <a:ext cx="211320" cy="1753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AF18C2C-8994-1D3F-E602-0FB41814A76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027834" y="3787228"/>
                  <a:ext cx="2469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EF26D89-5798-A89D-9055-46D212339483}"/>
                    </a:ext>
                  </a:extLst>
                </p14:cNvPr>
                <p14:cNvContentPartPr/>
                <p14:nvPr/>
              </p14:nvContentPartPr>
              <p14:xfrm>
                <a:off x="8401154" y="3608308"/>
                <a:ext cx="18000" cy="3938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EF26D89-5798-A89D-9055-46D21233948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383154" y="3590308"/>
                  <a:ext cx="5364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FFEEFA0-B4D2-0140-EAD4-84045223AFB1}"/>
                    </a:ext>
                  </a:extLst>
                </p14:cNvPr>
                <p14:cNvContentPartPr/>
                <p14:nvPr/>
              </p14:nvContentPartPr>
              <p14:xfrm>
                <a:off x="8452994" y="3805228"/>
                <a:ext cx="541080" cy="1969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FFEEFA0-B4D2-0140-EAD4-84045223AFB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434994" y="3787228"/>
                  <a:ext cx="5767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52973D2-6114-19A6-DCC6-B52A9E5069A8}"/>
                    </a:ext>
                  </a:extLst>
                </p14:cNvPr>
                <p14:cNvContentPartPr/>
                <p14:nvPr/>
              </p14:nvContentPartPr>
              <p14:xfrm>
                <a:off x="6281114" y="4423708"/>
                <a:ext cx="86400" cy="20271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52973D2-6114-19A6-DCC6-B52A9E5069A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263114" y="4405708"/>
                  <a:ext cx="122040" cy="20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96324EA-F02B-658F-E9AC-8A4AECD64879}"/>
                    </a:ext>
                  </a:extLst>
                </p14:cNvPr>
                <p14:cNvContentPartPr/>
                <p14:nvPr/>
              </p14:nvContentPartPr>
              <p14:xfrm>
                <a:off x="6226754" y="6037588"/>
                <a:ext cx="5283720" cy="4050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96324EA-F02B-658F-E9AC-8A4AECD6487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208754" y="6019588"/>
                  <a:ext cx="531936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0A2C93E-18ED-43C5-7040-97DDBBA3AE42}"/>
                    </a:ext>
                  </a:extLst>
                </p14:cNvPr>
                <p14:cNvContentPartPr/>
                <p14:nvPr/>
              </p14:nvContentPartPr>
              <p14:xfrm>
                <a:off x="6312434" y="4326868"/>
                <a:ext cx="5126040" cy="1260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0A2C93E-18ED-43C5-7040-97DDBBA3AE4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294794" y="4309228"/>
                  <a:ext cx="51616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1E90DA7-5C73-0DE2-B083-4420682035FD}"/>
                    </a:ext>
                  </a:extLst>
                </p14:cNvPr>
                <p14:cNvContentPartPr/>
                <p14:nvPr/>
              </p14:nvContentPartPr>
              <p14:xfrm>
                <a:off x="11431994" y="4306348"/>
                <a:ext cx="191880" cy="19040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1E90DA7-5C73-0DE2-B083-4420682035F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413994" y="4288708"/>
                  <a:ext cx="227520" cy="19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F77A156-8CC8-5A00-264C-D838A0BD955E}"/>
                    </a:ext>
                  </a:extLst>
                </p14:cNvPr>
                <p14:cNvContentPartPr/>
                <p14:nvPr/>
              </p14:nvContentPartPr>
              <p14:xfrm>
                <a:off x="11499314" y="6074668"/>
                <a:ext cx="130680" cy="230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F77A156-8CC8-5A00-264C-D838A0BD955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481674" y="6057028"/>
                  <a:ext cx="1663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87BAE5F-F668-C6DD-9540-6244973B01C4}"/>
                    </a:ext>
                  </a:extLst>
                </p14:cNvPr>
                <p14:cNvContentPartPr/>
                <p14:nvPr/>
              </p14:nvContentPartPr>
              <p14:xfrm>
                <a:off x="7015514" y="5103748"/>
                <a:ext cx="6840" cy="4586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87BAE5F-F668-C6DD-9540-6244973B01C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997514" y="5085748"/>
                  <a:ext cx="4248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CB04882-F049-AF9C-DCF0-5B18DF8FE4CC}"/>
                    </a:ext>
                  </a:extLst>
                </p14:cNvPr>
                <p14:cNvContentPartPr/>
                <p14:nvPr/>
              </p14:nvContentPartPr>
              <p14:xfrm>
                <a:off x="6991394" y="5500828"/>
                <a:ext cx="595080" cy="590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CB04882-F049-AF9C-DCF0-5B18DF8FE4C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973754" y="5483188"/>
                  <a:ext cx="6307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1C97581-9789-0EC2-411A-490712A73D7B}"/>
                    </a:ext>
                  </a:extLst>
                </p14:cNvPr>
                <p14:cNvContentPartPr/>
                <p14:nvPr/>
              </p14:nvContentPartPr>
              <p14:xfrm>
                <a:off x="6972674" y="5011588"/>
                <a:ext cx="578160" cy="5400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1C97581-9789-0EC2-411A-490712A73D7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954674" y="4993588"/>
                  <a:ext cx="61380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FFB67A2-2B74-7F74-B1AB-157485F2EF61}"/>
                    </a:ext>
                  </a:extLst>
                </p14:cNvPr>
                <p14:cNvContentPartPr/>
                <p14:nvPr/>
              </p14:nvContentPartPr>
              <p14:xfrm>
                <a:off x="7019114" y="4996828"/>
                <a:ext cx="18000" cy="1357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FFB67A2-2B74-7F74-B1AB-157485F2EF6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001474" y="4978828"/>
                  <a:ext cx="536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C57486A-E015-6D6C-2F56-8078F5E30DA4}"/>
                    </a:ext>
                  </a:extLst>
                </p14:cNvPr>
                <p14:cNvContentPartPr/>
                <p14:nvPr/>
              </p14:nvContentPartPr>
              <p14:xfrm>
                <a:off x="7214954" y="4736548"/>
                <a:ext cx="134640" cy="2516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C57486A-E015-6D6C-2F56-8078F5E30DA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196954" y="4718548"/>
                  <a:ext cx="1702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A0105DF-1493-EC8F-8B0D-9377218BC3C1}"/>
                    </a:ext>
                  </a:extLst>
                </p14:cNvPr>
                <p14:cNvContentPartPr/>
                <p14:nvPr/>
              </p14:nvContentPartPr>
              <p14:xfrm>
                <a:off x="7165994" y="4838788"/>
                <a:ext cx="205200" cy="1382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A0105DF-1493-EC8F-8B0D-9377218BC3C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147994" y="4820788"/>
                  <a:ext cx="2408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893FAA9-A960-892A-6129-2B742ED7039D}"/>
                    </a:ext>
                  </a:extLst>
                </p14:cNvPr>
                <p14:cNvContentPartPr/>
                <p14:nvPr/>
              </p14:nvContentPartPr>
              <p14:xfrm>
                <a:off x="7352474" y="4569868"/>
                <a:ext cx="181440" cy="2138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893FAA9-A960-892A-6129-2B742ED7039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334834" y="4551868"/>
                  <a:ext cx="2170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EF5037D-3A45-4640-30FE-F09C69C6062D}"/>
                    </a:ext>
                  </a:extLst>
                </p14:cNvPr>
                <p14:cNvContentPartPr/>
                <p14:nvPr/>
              </p14:nvContentPartPr>
              <p14:xfrm>
                <a:off x="7614554" y="4514428"/>
                <a:ext cx="16920" cy="2538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EF5037D-3A45-4640-30FE-F09C69C6062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596914" y="4496788"/>
                  <a:ext cx="525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E510167-BD13-05FA-7D94-EAAB5ED507FD}"/>
                    </a:ext>
                  </a:extLst>
                </p14:cNvPr>
                <p14:cNvContentPartPr/>
                <p14:nvPr/>
              </p14:nvContentPartPr>
              <p14:xfrm>
                <a:off x="7543994" y="4612348"/>
                <a:ext cx="217800" cy="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E510167-BD13-05FA-7D94-EAAB5ED507F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525994" y="4594708"/>
                  <a:ext cx="253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EBD006D-57B4-4558-564F-91018A90AABB}"/>
                    </a:ext>
                  </a:extLst>
                </p14:cNvPr>
                <p14:cNvContentPartPr/>
                <p14:nvPr/>
              </p14:nvContentPartPr>
              <p14:xfrm>
                <a:off x="7747394" y="4659868"/>
                <a:ext cx="169920" cy="1339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EBD006D-57B4-4558-564F-91018A90AAB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729394" y="4641868"/>
                  <a:ext cx="205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0C9ECA1-CA6E-C3F1-912E-50A66DC42780}"/>
                    </a:ext>
                  </a:extLst>
                </p14:cNvPr>
                <p14:cNvContentPartPr/>
                <p14:nvPr/>
              </p14:nvContentPartPr>
              <p14:xfrm>
                <a:off x="7940714" y="4676068"/>
                <a:ext cx="151920" cy="1706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0C9ECA1-CA6E-C3F1-912E-50A66DC4278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923074" y="4658428"/>
                  <a:ext cx="1875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BA6783E-7CD4-E662-BE3A-2C48A6E2CD1C}"/>
                    </a:ext>
                  </a:extLst>
                </p14:cNvPr>
                <p14:cNvContentPartPr/>
                <p14:nvPr/>
              </p14:nvContentPartPr>
              <p14:xfrm>
                <a:off x="8204954" y="4516948"/>
                <a:ext cx="47160" cy="3312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BA6783E-7CD4-E662-BE3A-2C48A6E2CD1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187314" y="4498948"/>
                  <a:ext cx="8280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1C7D6FC-B0AA-5F44-22FA-E4BC98493B90}"/>
                    </a:ext>
                  </a:extLst>
                </p14:cNvPr>
                <p14:cNvContentPartPr/>
                <p14:nvPr/>
              </p14:nvContentPartPr>
              <p14:xfrm>
                <a:off x="8157074" y="4612348"/>
                <a:ext cx="188640" cy="140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1C7D6FC-B0AA-5F44-22FA-E4BC98493B9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139074" y="4594708"/>
                  <a:ext cx="2242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AA14AD2-2E44-053D-59B6-DC59C57101CA}"/>
                    </a:ext>
                  </a:extLst>
                </p14:cNvPr>
                <p14:cNvContentPartPr/>
                <p14:nvPr/>
              </p14:nvContentPartPr>
              <p14:xfrm>
                <a:off x="6424034" y="4757428"/>
                <a:ext cx="89640" cy="144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AA14AD2-2E44-053D-59B6-DC59C57101C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406034" y="4739428"/>
                  <a:ext cx="1252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0A3ABA6-FEC6-8364-B36A-E178723A9692}"/>
                    </a:ext>
                  </a:extLst>
                </p14:cNvPr>
                <p14:cNvContentPartPr/>
                <p14:nvPr/>
              </p14:nvContentPartPr>
              <p14:xfrm>
                <a:off x="6347354" y="4629628"/>
                <a:ext cx="242640" cy="3880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0A3ABA6-FEC6-8364-B36A-E178723A969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329354" y="4611628"/>
                  <a:ext cx="27828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082F49A-C8D3-A8D3-908D-B6C91EDB3A35}"/>
                    </a:ext>
                  </a:extLst>
                </p14:cNvPr>
                <p14:cNvContentPartPr/>
                <p14:nvPr/>
              </p14:nvContentPartPr>
              <p14:xfrm>
                <a:off x="6414314" y="5256388"/>
                <a:ext cx="146880" cy="1382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082F49A-C8D3-A8D3-908D-B6C91EDB3A3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396314" y="5238748"/>
                  <a:ext cx="1825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184BA00-F132-F203-9E25-0E7B3A6C60BD}"/>
                    </a:ext>
                  </a:extLst>
                </p14:cNvPr>
                <p14:cNvContentPartPr/>
                <p14:nvPr/>
              </p14:nvContentPartPr>
              <p14:xfrm>
                <a:off x="6360314" y="5117428"/>
                <a:ext cx="238320" cy="4006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184BA00-F132-F203-9E25-0E7B3A6C60B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342674" y="5099788"/>
                  <a:ext cx="27396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C0390FE-7739-D84F-412A-B428CD1CBCA0}"/>
                    </a:ext>
                  </a:extLst>
                </p14:cNvPr>
                <p14:cNvContentPartPr/>
                <p14:nvPr/>
              </p14:nvContentPartPr>
              <p14:xfrm>
                <a:off x="6400994" y="5764708"/>
                <a:ext cx="108720" cy="1594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C0390FE-7739-D84F-412A-B428CD1CBCA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382994" y="5746708"/>
                  <a:ext cx="144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8B4E839-9ED4-520F-8461-F5DE532C275C}"/>
                    </a:ext>
                  </a:extLst>
                </p14:cNvPr>
                <p14:cNvContentPartPr/>
                <p14:nvPr/>
              </p14:nvContentPartPr>
              <p14:xfrm>
                <a:off x="6326474" y="5680108"/>
                <a:ext cx="335880" cy="5130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8B4E839-9ED4-520F-8461-F5DE532C275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308474" y="5662108"/>
                  <a:ext cx="37152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60BBD79-5A44-8E95-02CE-D566FD6798D6}"/>
                    </a:ext>
                  </a:extLst>
                </p14:cNvPr>
                <p14:cNvContentPartPr/>
                <p14:nvPr/>
              </p14:nvContentPartPr>
              <p14:xfrm>
                <a:off x="5320274" y="5542588"/>
                <a:ext cx="939600" cy="4579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60BBD79-5A44-8E95-02CE-D566FD6798D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302274" y="5524588"/>
                  <a:ext cx="97524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C98254A-340B-35CD-DEC7-E0ABD0BC16CF}"/>
                    </a:ext>
                  </a:extLst>
                </p14:cNvPr>
                <p14:cNvContentPartPr/>
                <p14:nvPr/>
              </p14:nvContentPartPr>
              <p14:xfrm>
                <a:off x="5771714" y="5069188"/>
                <a:ext cx="534960" cy="2214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C98254A-340B-35CD-DEC7-E0ABD0BC16C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753714" y="5051188"/>
                  <a:ext cx="5706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F411E55-403B-0BE8-7B6E-F1931206B16F}"/>
                    </a:ext>
                  </a:extLst>
                </p14:cNvPr>
                <p14:cNvContentPartPr/>
                <p14:nvPr/>
              </p14:nvContentPartPr>
              <p14:xfrm>
                <a:off x="5626274" y="4694428"/>
                <a:ext cx="601920" cy="2149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F411E55-403B-0BE8-7B6E-F1931206B16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608274" y="4676788"/>
                  <a:ext cx="6375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5605DAA-50E3-6201-CD89-935A249AAA66}"/>
                    </a:ext>
                  </a:extLst>
                </p14:cNvPr>
                <p14:cNvContentPartPr/>
                <p14:nvPr/>
              </p14:nvContentPartPr>
              <p14:xfrm>
                <a:off x="11403554" y="4902508"/>
                <a:ext cx="100080" cy="230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5605DAA-50E3-6201-CD89-935A249AAA6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385554" y="4884508"/>
                  <a:ext cx="1357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A5D0B15-79D0-D97D-482B-6ADB8F42AE5E}"/>
                    </a:ext>
                  </a:extLst>
                </p14:cNvPr>
                <p14:cNvContentPartPr/>
                <p14:nvPr/>
              </p14:nvContentPartPr>
              <p14:xfrm>
                <a:off x="11357474" y="4926268"/>
                <a:ext cx="197280" cy="7621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A5D0B15-79D0-D97D-482B-6ADB8F42AE5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339474" y="4908268"/>
                  <a:ext cx="232920" cy="7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71E8960-C1C5-6A4F-9B02-879D79ED7D67}"/>
                    </a:ext>
                  </a:extLst>
                </p14:cNvPr>
                <p14:cNvContentPartPr/>
                <p14:nvPr/>
              </p14:nvContentPartPr>
              <p14:xfrm>
                <a:off x="10940594" y="3628108"/>
                <a:ext cx="56160" cy="2865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71E8960-C1C5-6A4F-9B02-879D79ED7D6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922594" y="3610468"/>
                  <a:ext cx="918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FCEF1D9-C481-DC22-0A64-2C044546A9B2}"/>
                    </a:ext>
                  </a:extLst>
                </p14:cNvPr>
                <p14:cNvContentPartPr/>
                <p14:nvPr/>
              </p14:nvContentPartPr>
              <p14:xfrm>
                <a:off x="10866074" y="3652228"/>
                <a:ext cx="252720" cy="3092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FCEF1D9-C481-DC22-0A64-2C044546A9B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848434" y="3634588"/>
                  <a:ext cx="2883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902DE29-93CD-4190-EADF-6EAB4FA8BF9C}"/>
                    </a:ext>
                  </a:extLst>
                </p14:cNvPr>
                <p14:cNvContentPartPr/>
                <p14:nvPr/>
              </p14:nvContentPartPr>
              <p14:xfrm>
                <a:off x="11196194" y="3712708"/>
                <a:ext cx="126360" cy="1616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902DE29-93CD-4190-EADF-6EAB4FA8BF9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178194" y="3695068"/>
                  <a:ext cx="1620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3ECC3B3-0CD8-FE7E-04C1-1061BA216109}"/>
                    </a:ext>
                  </a:extLst>
                </p14:cNvPr>
                <p14:cNvContentPartPr/>
                <p14:nvPr/>
              </p14:nvContentPartPr>
              <p14:xfrm>
                <a:off x="11346314" y="3728908"/>
                <a:ext cx="113040" cy="1310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3ECC3B3-0CD8-FE7E-04C1-1061BA21610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328314" y="3710908"/>
                  <a:ext cx="1486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366429B-512B-0B06-77D0-98FF8D1BAACD}"/>
                    </a:ext>
                  </a:extLst>
                </p14:cNvPr>
                <p14:cNvContentPartPr/>
                <p14:nvPr/>
              </p14:nvContentPartPr>
              <p14:xfrm>
                <a:off x="11422274" y="3747988"/>
                <a:ext cx="360" cy="3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366429B-512B-0B06-77D0-98FF8D1BAAC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404634" y="373034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44E1E4A-3D12-EB93-23AF-DED5BE5DE1F5}"/>
                    </a:ext>
                  </a:extLst>
                </p14:cNvPr>
                <p14:cNvContentPartPr/>
                <p14:nvPr/>
              </p14:nvContentPartPr>
              <p14:xfrm>
                <a:off x="11422274" y="3696148"/>
                <a:ext cx="273240" cy="1958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44E1E4A-3D12-EB93-23AF-DED5BE5DE1F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404634" y="3678148"/>
                  <a:ext cx="308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5D3681C-20E9-C6BF-11C0-287B4693268E}"/>
                    </a:ext>
                  </a:extLst>
                </p14:cNvPr>
                <p14:cNvContentPartPr/>
                <p14:nvPr/>
              </p14:nvContentPartPr>
              <p14:xfrm>
                <a:off x="11227874" y="4051828"/>
                <a:ext cx="119160" cy="1778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5D3681C-20E9-C6BF-11C0-287B4693268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209874" y="4033828"/>
                  <a:ext cx="1548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231F45E-D3CC-B1ED-838A-9AD535E48140}"/>
                    </a:ext>
                  </a:extLst>
                </p14:cNvPr>
                <p14:cNvContentPartPr/>
                <p14:nvPr/>
              </p14:nvContentPartPr>
              <p14:xfrm>
                <a:off x="11211314" y="4090348"/>
                <a:ext cx="133200" cy="640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231F45E-D3CC-B1ED-838A-9AD535E4814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193314" y="4072708"/>
                  <a:ext cx="1688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7DE7909-9B87-21A1-9CCD-6B56964F94DC}"/>
                    </a:ext>
                  </a:extLst>
                </p14:cNvPr>
                <p14:cNvContentPartPr/>
                <p14:nvPr/>
              </p14:nvContentPartPr>
              <p14:xfrm>
                <a:off x="11211314" y="4012948"/>
                <a:ext cx="141840" cy="277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7DE7909-9B87-21A1-9CCD-6B56964F94D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193314" y="3995308"/>
                  <a:ext cx="1774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1646671-54BD-E24A-B171-9DA73534E050}"/>
                    </a:ext>
                  </a:extLst>
                </p14:cNvPr>
                <p14:cNvContentPartPr/>
                <p14:nvPr/>
              </p14:nvContentPartPr>
              <p14:xfrm>
                <a:off x="11453954" y="4012948"/>
                <a:ext cx="136800" cy="1130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1646671-54BD-E24A-B171-9DA73534E05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435954" y="3995308"/>
                  <a:ext cx="1724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4FB26A9-A49E-94F3-CFB1-451AABF98582}"/>
                    </a:ext>
                  </a:extLst>
                </p14:cNvPr>
                <p14:cNvContentPartPr/>
                <p14:nvPr/>
              </p14:nvContentPartPr>
              <p14:xfrm>
                <a:off x="11470514" y="4010788"/>
                <a:ext cx="140760" cy="1458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4FB26A9-A49E-94F3-CFB1-451AABF9858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452514" y="3993148"/>
                  <a:ext cx="1764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91D272E-D273-1D4F-7AE4-A638266CA188}"/>
                    </a:ext>
                  </a:extLst>
                </p14:cNvPr>
                <p14:cNvContentPartPr/>
                <p14:nvPr/>
              </p14:nvContentPartPr>
              <p14:xfrm>
                <a:off x="11726834" y="4006468"/>
                <a:ext cx="16920" cy="1641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91D272E-D273-1D4F-7AE4-A638266CA18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709194" y="3988468"/>
                  <a:ext cx="525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1A0D617-5DEE-E2AA-D620-49F58FC1119F}"/>
                    </a:ext>
                  </a:extLst>
                </p14:cNvPr>
                <p14:cNvContentPartPr/>
                <p14:nvPr/>
              </p14:nvContentPartPr>
              <p14:xfrm>
                <a:off x="11726834" y="3825388"/>
                <a:ext cx="360" cy="3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1A0D617-5DEE-E2AA-D620-49F58FC1119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709194" y="380774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DE02415-AAF3-2D02-9B12-6A5E8BF45922}"/>
                    </a:ext>
                  </a:extLst>
                </p14:cNvPr>
                <p14:cNvContentPartPr/>
                <p14:nvPr/>
              </p14:nvContentPartPr>
              <p14:xfrm>
                <a:off x="11912954" y="3765268"/>
                <a:ext cx="19440" cy="3211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DE02415-AAF3-2D02-9B12-6A5E8BF45922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1894954" y="3747268"/>
                  <a:ext cx="550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BCC9B4C-3137-B9BA-6A81-397425A27AF3}"/>
                    </a:ext>
                  </a:extLst>
                </p14:cNvPr>
                <p14:cNvContentPartPr/>
                <p14:nvPr/>
              </p14:nvContentPartPr>
              <p14:xfrm>
                <a:off x="11868674" y="3975508"/>
                <a:ext cx="144360" cy="36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BCC9B4C-3137-B9BA-6A81-397425A27AF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850674" y="3957868"/>
                  <a:ext cx="180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F7E6E98-BD22-B9F0-DDFB-E5B099782553}"/>
                    </a:ext>
                  </a:extLst>
                </p14:cNvPr>
                <p14:cNvContentPartPr/>
                <p14:nvPr/>
              </p14:nvContentPartPr>
              <p14:xfrm>
                <a:off x="11611994" y="4372588"/>
                <a:ext cx="191880" cy="6246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F7E6E98-BD22-B9F0-DDFB-E5B09978255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593994" y="4354588"/>
                  <a:ext cx="227520" cy="66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E490AFB-3480-01A2-9D72-AB3FB03A3BB2}"/>
                    </a:ext>
                  </a:extLst>
                </p14:cNvPr>
                <p14:cNvContentPartPr/>
                <p14:nvPr/>
              </p14:nvContentPartPr>
              <p14:xfrm>
                <a:off x="11614514" y="4836268"/>
                <a:ext cx="254520" cy="2232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E490AFB-3480-01A2-9D72-AB3FB03A3BB2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1596514" y="4818628"/>
                  <a:ext cx="2901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3BF7875-157E-3710-0AF1-3BF28743B50E}"/>
                    </a:ext>
                  </a:extLst>
                </p14:cNvPr>
                <p14:cNvContentPartPr/>
                <p14:nvPr/>
              </p14:nvContentPartPr>
              <p14:xfrm>
                <a:off x="8621114" y="4356388"/>
                <a:ext cx="58680" cy="6019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3BF7875-157E-3710-0AF1-3BF28743B50E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603114" y="4338748"/>
                  <a:ext cx="94320" cy="63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4EE078F-D0A4-0A5A-C9FF-94A1D9164FF7}"/>
                    </a:ext>
                  </a:extLst>
                </p14:cNvPr>
                <p14:cNvContentPartPr/>
                <p14:nvPr/>
              </p14:nvContentPartPr>
              <p14:xfrm>
                <a:off x="8586914" y="4848868"/>
                <a:ext cx="1792440" cy="1026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4EE078F-D0A4-0A5A-C9FF-94A1D9164FF7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568914" y="4831228"/>
                  <a:ext cx="18280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4CB0D74-F5CD-1E74-8690-AA4A0987C827}"/>
                    </a:ext>
                  </a:extLst>
                </p14:cNvPr>
                <p14:cNvContentPartPr/>
                <p14:nvPr/>
              </p14:nvContentPartPr>
              <p14:xfrm>
                <a:off x="10319954" y="4260988"/>
                <a:ext cx="87480" cy="6962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4CB0D74-F5CD-1E74-8690-AA4A0987C827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302314" y="4243348"/>
                  <a:ext cx="123120" cy="73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23D1F22-A696-08D8-0DEF-74768D1CBA5A}"/>
                    </a:ext>
                  </a:extLst>
                </p14:cNvPr>
                <p14:cNvContentPartPr/>
                <p14:nvPr/>
              </p14:nvContentPartPr>
              <p14:xfrm>
                <a:off x="8691314" y="4950748"/>
                <a:ext cx="85320" cy="14270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23D1F22-A696-08D8-0DEF-74768D1CBA5A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673674" y="4932748"/>
                  <a:ext cx="120960" cy="14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E9A6E7B-3782-214A-E71A-A7E0D1116756}"/>
                    </a:ext>
                  </a:extLst>
                </p14:cNvPr>
                <p14:cNvContentPartPr/>
                <p14:nvPr/>
              </p14:nvContentPartPr>
              <p14:xfrm>
                <a:off x="8724434" y="5539708"/>
                <a:ext cx="1751040" cy="1123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E9A6E7B-3782-214A-E71A-A7E0D111675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706434" y="5522068"/>
                  <a:ext cx="17866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FC13F03-FC74-5E48-5BAC-693C9EDB529F}"/>
                    </a:ext>
                  </a:extLst>
                </p14:cNvPr>
                <p14:cNvContentPartPr/>
                <p14:nvPr/>
              </p14:nvContentPartPr>
              <p14:xfrm>
                <a:off x="10384394" y="4867228"/>
                <a:ext cx="151920" cy="13845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FC13F03-FC74-5E48-5BAC-693C9EDB529F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0366754" y="4849228"/>
                  <a:ext cx="187560" cy="14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B7E6E46-6C34-CEE3-0B08-125DA82446CC}"/>
                    </a:ext>
                  </a:extLst>
                </p14:cNvPr>
                <p14:cNvContentPartPr/>
                <p14:nvPr/>
              </p14:nvContentPartPr>
              <p14:xfrm>
                <a:off x="8888954" y="4919428"/>
                <a:ext cx="116280" cy="7804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B7E6E46-6C34-CEE3-0B08-125DA82446CC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871314" y="4901428"/>
                  <a:ext cx="151920" cy="81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BE20919-1366-0B76-6EDE-90CB6A9856E3}"/>
                    </a:ext>
                  </a:extLst>
                </p14:cNvPr>
                <p14:cNvContentPartPr/>
                <p14:nvPr/>
              </p14:nvContentPartPr>
              <p14:xfrm>
                <a:off x="9192434" y="4833028"/>
                <a:ext cx="66240" cy="7729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BE20919-1366-0B76-6EDE-90CB6A9856E3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174434" y="4815028"/>
                  <a:ext cx="101880" cy="80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70483DC-C08D-42CB-5B1C-6F68B4DFC69A}"/>
                    </a:ext>
                  </a:extLst>
                </p14:cNvPr>
                <p14:cNvContentPartPr/>
                <p14:nvPr/>
              </p14:nvContentPartPr>
              <p14:xfrm>
                <a:off x="9441554" y="4828348"/>
                <a:ext cx="97560" cy="7275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70483DC-C08D-42CB-5B1C-6F68B4DFC69A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9423554" y="4810708"/>
                  <a:ext cx="133200" cy="76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700DAED-184C-E208-D0E8-35CAE5BD82D6}"/>
                    </a:ext>
                  </a:extLst>
                </p14:cNvPr>
                <p14:cNvContentPartPr/>
                <p14:nvPr/>
              </p14:nvContentPartPr>
              <p14:xfrm>
                <a:off x="9669794" y="4862548"/>
                <a:ext cx="87840" cy="7837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700DAED-184C-E208-D0E8-35CAE5BD82D6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9652154" y="4844908"/>
                  <a:ext cx="12348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D4AB7CE-D05C-FBA2-38CC-A63838810BEC}"/>
                    </a:ext>
                  </a:extLst>
                </p14:cNvPr>
                <p14:cNvContentPartPr/>
                <p14:nvPr/>
              </p14:nvContentPartPr>
              <p14:xfrm>
                <a:off x="9916394" y="4906828"/>
                <a:ext cx="129600" cy="7657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D4AB7CE-D05C-FBA2-38CC-A63838810BEC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898394" y="4889188"/>
                  <a:ext cx="165240" cy="80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DF4949B-F25A-6A26-7BC8-B7FB7F6AF850}"/>
                    </a:ext>
                  </a:extLst>
                </p14:cNvPr>
                <p14:cNvContentPartPr/>
                <p14:nvPr/>
              </p14:nvContentPartPr>
              <p14:xfrm>
                <a:off x="10177034" y="4936348"/>
                <a:ext cx="111600" cy="6541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DF4949B-F25A-6A26-7BC8-B7FB7F6AF850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0159394" y="4918708"/>
                  <a:ext cx="147240" cy="68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91F42EB-F83B-2D20-F44C-0216C10E2718}"/>
                    </a:ext>
                  </a:extLst>
                </p14:cNvPr>
                <p14:cNvContentPartPr/>
                <p14:nvPr/>
              </p14:nvContentPartPr>
              <p14:xfrm>
                <a:off x="8981474" y="6483988"/>
                <a:ext cx="209880" cy="3380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91F42EB-F83B-2D20-F44C-0216C10E2718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963834" y="6466348"/>
                  <a:ext cx="2455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07FEBB5-B944-72FA-4055-41672E31D638}"/>
                    </a:ext>
                  </a:extLst>
                </p14:cNvPr>
                <p14:cNvContentPartPr/>
                <p14:nvPr/>
              </p14:nvContentPartPr>
              <p14:xfrm>
                <a:off x="9260474" y="6545188"/>
                <a:ext cx="202680" cy="1760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07FEBB5-B944-72FA-4055-41672E31D63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9242834" y="6527188"/>
                  <a:ext cx="2383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41C1C4F-7B39-201B-3B0E-977F9DFBD9A9}"/>
                    </a:ext>
                  </a:extLst>
                </p14:cNvPr>
                <p14:cNvContentPartPr/>
                <p14:nvPr/>
              </p14:nvContentPartPr>
              <p14:xfrm>
                <a:off x="9476834" y="6398668"/>
                <a:ext cx="360" cy="3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41C1C4F-7B39-201B-3B0E-977F9DFBD9A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458834" y="638102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DF7B11AD-3E0E-5D65-A5D5-981F52B4AB0E}"/>
                    </a:ext>
                  </a:extLst>
                </p14:cNvPr>
                <p14:cNvContentPartPr/>
                <p14:nvPr/>
              </p14:nvContentPartPr>
              <p14:xfrm>
                <a:off x="9557834" y="6319468"/>
                <a:ext cx="286200" cy="3708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DF7B11AD-3E0E-5D65-A5D5-981F52B4AB0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539834" y="6301828"/>
                  <a:ext cx="3218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DAB4BA8-F6D7-0F41-0F70-4F570EB6B0DE}"/>
                    </a:ext>
                  </a:extLst>
                </p14:cNvPr>
                <p14:cNvContentPartPr/>
                <p14:nvPr/>
              </p14:nvContentPartPr>
              <p14:xfrm>
                <a:off x="9427514" y="6424948"/>
                <a:ext cx="15480" cy="604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DAB4BA8-F6D7-0F41-0F70-4F570EB6B0D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409514" y="6407308"/>
                  <a:ext cx="511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EAA802F-67C2-D385-26CB-4D51BF18D857}"/>
                    </a:ext>
                  </a:extLst>
                </p14:cNvPr>
                <p14:cNvContentPartPr/>
                <p14:nvPr/>
              </p14:nvContentPartPr>
              <p14:xfrm>
                <a:off x="9878954" y="6450508"/>
                <a:ext cx="461880" cy="3790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EAA802F-67C2-D385-26CB-4D51BF18D85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860954" y="6432868"/>
                  <a:ext cx="49752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675B895F-93A7-F312-45F2-7515E8DE44B4}"/>
                    </a:ext>
                  </a:extLst>
                </p14:cNvPr>
                <p14:cNvContentPartPr/>
                <p14:nvPr/>
              </p14:nvContentPartPr>
              <p14:xfrm>
                <a:off x="9070754" y="5704228"/>
                <a:ext cx="330480" cy="7326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675B895F-93A7-F312-45F2-7515E8DE44B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053114" y="5686228"/>
                  <a:ext cx="366120" cy="76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C116C66D-F32C-DD0F-347A-8D81222B52AD}"/>
                  </a:ext>
                </a:extLst>
              </p14:cNvPr>
              <p14:cNvContentPartPr/>
              <p14:nvPr/>
            </p14:nvContentPartPr>
            <p14:xfrm>
              <a:off x="-994126" y="6081508"/>
              <a:ext cx="360" cy="36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C116C66D-F32C-DD0F-347A-8D81222B52AD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-1012126" y="606386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11E00AF7-5680-805D-DD6D-3337975AAC2E}"/>
                  </a:ext>
                </a:extLst>
              </p14:cNvPr>
              <p14:cNvContentPartPr/>
              <p14:nvPr/>
            </p14:nvContentPartPr>
            <p14:xfrm>
              <a:off x="971114" y="5773348"/>
              <a:ext cx="879480" cy="20592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11E00AF7-5680-805D-DD6D-3337975AAC2E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953114" y="5755708"/>
                <a:ext cx="91512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B5867DEB-21DD-F4CC-1A80-A9C78DF72E17}"/>
                  </a:ext>
                </a:extLst>
              </p14:cNvPr>
              <p14:cNvContentPartPr/>
              <p14:nvPr/>
            </p14:nvContentPartPr>
            <p14:xfrm>
              <a:off x="233114" y="5389228"/>
              <a:ext cx="192240" cy="28116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B5867DEB-21DD-F4CC-1A80-A9C78DF72E17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215474" y="5371228"/>
                <a:ext cx="22788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75DF272D-416E-8A97-68DB-054AE0572B95}"/>
                  </a:ext>
                </a:extLst>
              </p14:cNvPr>
              <p14:cNvContentPartPr/>
              <p14:nvPr/>
            </p14:nvContentPartPr>
            <p14:xfrm>
              <a:off x="501314" y="5487868"/>
              <a:ext cx="57240" cy="21744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75DF272D-416E-8A97-68DB-054AE0572B95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483314" y="5470228"/>
                <a:ext cx="9288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1AD99FE0-D8E2-EF07-13FC-5FA82947E9CC}"/>
                  </a:ext>
                </a:extLst>
              </p14:cNvPr>
              <p14:cNvContentPartPr/>
              <p14:nvPr/>
            </p14:nvContentPartPr>
            <p14:xfrm>
              <a:off x="469634" y="5448628"/>
              <a:ext cx="134280" cy="14076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1AD99FE0-D8E2-EF07-13FC-5FA82947E9CC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451994" y="5430988"/>
                <a:ext cx="16992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3896066E-0B4C-7D0B-FECD-1EAC2C8D557B}"/>
                  </a:ext>
                </a:extLst>
              </p14:cNvPr>
              <p14:cNvContentPartPr/>
              <p14:nvPr/>
            </p14:nvContentPartPr>
            <p14:xfrm>
              <a:off x="627674" y="5452228"/>
              <a:ext cx="175320" cy="15840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3896066E-0B4C-7D0B-FECD-1EAC2C8D557B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610034" y="5434228"/>
                <a:ext cx="21096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DE914FF7-A597-9C4B-F0EA-216684651972}"/>
                  </a:ext>
                </a:extLst>
              </p14:cNvPr>
              <p14:cNvContentPartPr/>
              <p14:nvPr/>
            </p14:nvContentPartPr>
            <p14:xfrm>
              <a:off x="729914" y="5285548"/>
              <a:ext cx="48240" cy="5832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DE914FF7-A597-9C4B-F0EA-216684651972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712274" y="5267908"/>
                <a:ext cx="8388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E3F01A81-58DA-545D-CFBD-EDC75B457EB2}"/>
                  </a:ext>
                </a:extLst>
              </p14:cNvPr>
              <p14:cNvContentPartPr/>
              <p14:nvPr/>
            </p14:nvContentPartPr>
            <p14:xfrm>
              <a:off x="861674" y="5409388"/>
              <a:ext cx="160920" cy="12600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E3F01A81-58DA-545D-CFBD-EDC75B457EB2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843674" y="5391748"/>
                <a:ext cx="19656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2ED3017B-3CBE-7ABB-F8F7-48E17E4519F3}"/>
                  </a:ext>
                </a:extLst>
              </p14:cNvPr>
              <p14:cNvContentPartPr/>
              <p14:nvPr/>
            </p14:nvContentPartPr>
            <p14:xfrm>
              <a:off x="995594" y="5361868"/>
              <a:ext cx="201240" cy="35928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2ED3017B-3CBE-7ABB-F8F7-48E17E4519F3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977594" y="5343868"/>
                <a:ext cx="236880" cy="39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6" name="Group 325">
            <a:extLst>
              <a:ext uri="{FF2B5EF4-FFF2-40B4-BE49-F238E27FC236}">
                <a16:creationId xmlns:a16="http://schemas.microsoft.com/office/drawing/2014/main" id="{861C9A2D-AFD8-C9BC-F8B9-FE8C35C1CB11}"/>
              </a:ext>
            </a:extLst>
          </p:cNvPr>
          <p:cNvGrpSpPr/>
          <p:nvPr/>
        </p:nvGrpSpPr>
        <p:grpSpPr>
          <a:xfrm>
            <a:off x="10097474" y="2340858"/>
            <a:ext cx="2068560" cy="2254320"/>
            <a:chOff x="10097474" y="2340858"/>
            <a:chExt cx="2068560" cy="225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172B09F-40FC-6618-3936-B881F8A76D33}"/>
                    </a:ext>
                  </a:extLst>
                </p14:cNvPr>
                <p14:cNvContentPartPr/>
                <p14:nvPr/>
              </p14:nvContentPartPr>
              <p14:xfrm>
                <a:off x="10678874" y="4379898"/>
                <a:ext cx="42120" cy="2109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172B09F-40FC-6618-3936-B881F8A76D33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661234" y="4361898"/>
                  <a:ext cx="777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B6A08E95-B387-5DFD-F137-8A746A78BFE5}"/>
                    </a:ext>
                  </a:extLst>
                </p14:cNvPr>
                <p14:cNvContentPartPr/>
                <p14:nvPr/>
              </p14:nvContentPartPr>
              <p14:xfrm>
                <a:off x="10649714" y="4463058"/>
                <a:ext cx="499320" cy="723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B6A08E95-B387-5DFD-F137-8A746A78BFE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632074" y="4445058"/>
                  <a:ext cx="5349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7FE6782-35A2-157C-50FB-4A0388DA7BA3}"/>
                    </a:ext>
                  </a:extLst>
                </p14:cNvPr>
                <p14:cNvContentPartPr/>
                <p14:nvPr/>
              </p14:nvContentPartPr>
              <p14:xfrm>
                <a:off x="11060474" y="4341018"/>
                <a:ext cx="23400" cy="2016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7FE6782-35A2-157C-50FB-4A0388DA7BA3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042474" y="4323378"/>
                  <a:ext cx="590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922A625-1573-95FA-1084-0F4FB294A020}"/>
                    </a:ext>
                  </a:extLst>
                </p14:cNvPr>
                <p14:cNvContentPartPr/>
                <p14:nvPr/>
              </p14:nvContentPartPr>
              <p14:xfrm>
                <a:off x="10740794" y="4319778"/>
                <a:ext cx="38160" cy="2260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922A625-1573-95FA-1084-0F4FB294A02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723154" y="4301778"/>
                  <a:ext cx="738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81AD9082-5932-E700-997A-19ED0F45EDD9}"/>
                    </a:ext>
                  </a:extLst>
                </p14:cNvPr>
                <p14:cNvContentPartPr/>
                <p14:nvPr/>
              </p14:nvContentPartPr>
              <p14:xfrm>
                <a:off x="10735754" y="4444698"/>
                <a:ext cx="528840" cy="640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81AD9082-5932-E700-997A-19ED0F45EDD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718114" y="4426698"/>
                  <a:ext cx="5644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FB366E41-1CBA-B599-BF5A-F43BBEC2EAEF}"/>
                    </a:ext>
                  </a:extLst>
                </p14:cNvPr>
                <p14:cNvContentPartPr/>
                <p14:nvPr/>
              </p14:nvContentPartPr>
              <p14:xfrm>
                <a:off x="10731074" y="4335978"/>
                <a:ext cx="419760" cy="2592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FB366E41-1CBA-B599-BF5A-F43BBEC2EAEF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713074" y="4317978"/>
                  <a:ext cx="4554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BF01D0F-9E61-54A9-20AB-353105287C50}"/>
                    </a:ext>
                  </a:extLst>
                </p14:cNvPr>
                <p14:cNvContentPartPr/>
                <p14:nvPr/>
              </p14:nvContentPartPr>
              <p14:xfrm>
                <a:off x="11093594" y="4307178"/>
                <a:ext cx="43560" cy="21924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BF01D0F-9E61-54A9-20AB-353105287C5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075594" y="4289178"/>
                  <a:ext cx="792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B483AB98-A66D-9D71-5E5F-B3A5EF06B067}"/>
                    </a:ext>
                  </a:extLst>
                </p14:cNvPr>
                <p14:cNvContentPartPr/>
                <p14:nvPr/>
              </p14:nvContentPartPr>
              <p14:xfrm>
                <a:off x="10385474" y="3268938"/>
                <a:ext cx="540360" cy="117504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B483AB98-A66D-9D71-5E5F-B3A5EF06B06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367474" y="3250938"/>
                  <a:ext cx="576000" cy="12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F46659C-62A7-5176-F3F4-5FD2B842D597}"/>
                    </a:ext>
                  </a:extLst>
                </p14:cNvPr>
                <p14:cNvContentPartPr/>
                <p14:nvPr/>
              </p14:nvContentPartPr>
              <p14:xfrm>
                <a:off x="10436594" y="3196218"/>
                <a:ext cx="200520" cy="2271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F46659C-62A7-5176-F3F4-5FD2B842D59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418594" y="3178218"/>
                  <a:ext cx="2361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DB82E909-EBF2-00A3-3F69-C247EC69C49B}"/>
                    </a:ext>
                  </a:extLst>
                </p14:cNvPr>
                <p14:cNvContentPartPr/>
                <p14:nvPr/>
              </p14:nvContentPartPr>
              <p14:xfrm>
                <a:off x="10431554" y="2582058"/>
                <a:ext cx="221760" cy="3344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DB82E909-EBF2-00A3-3F69-C247EC69C49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413914" y="2564058"/>
                  <a:ext cx="25740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85389928-C05C-CCD1-D91E-949A4D0E77A9}"/>
                    </a:ext>
                  </a:extLst>
                </p14:cNvPr>
                <p14:cNvContentPartPr/>
                <p14:nvPr/>
              </p14:nvContentPartPr>
              <p14:xfrm>
                <a:off x="10708394" y="2673858"/>
                <a:ext cx="250200" cy="1630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85389928-C05C-CCD1-D91E-949A4D0E77A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690754" y="2656218"/>
                  <a:ext cx="2858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9179244B-7F35-F2B6-E427-81D1177809B2}"/>
                    </a:ext>
                  </a:extLst>
                </p14:cNvPr>
                <p14:cNvContentPartPr/>
                <p14:nvPr/>
              </p14:nvContentPartPr>
              <p14:xfrm>
                <a:off x="10097474" y="2883018"/>
                <a:ext cx="229320" cy="1404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9179244B-7F35-F2B6-E427-81D1177809B2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079474" y="2865018"/>
                  <a:ext cx="2649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4FCC812C-D3AD-B1C3-AB81-5733E4DEA4E2}"/>
                    </a:ext>
                  </a:extLst>
                </p14:cNvPr>
                <p14:cNvContentPartPr/>
                <p14:nvPr/>
              </p14:nvContentPartPr>
              <p14:xfrm>
                <a:off x="11014034" y="2425098"/>
                <a:ext cx="111600" cy="33012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4FCC812C-D3AD-B1C3-AB81-5733E4DEA4E2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996034" y="2407098"/>
                  <a:ext cx="14724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F7654644-9DD4-57D8-42D5-80F8D37033EC}"/>
                    </a:ext>
                  </a:extLst>
                </p14:cNvPr>
                <p14:cNvContentPartPr/>
                <p14:nvPr/>
              </p14:nvContentPartPr>
              <p14:xfrm>
                <a:off x="11149394" y="2359218"/>
                <a:ext cx="42120" cy="33120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F7654644-9DD4-57D8-42D5-80F8D37033EC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1131394" y="2341218"/>
                  <a:ext cx="777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FB8DEF1B-93CA-6D38-5975-447611D5531F}"/>
                    </a:ext>
                  </a:extLst>
                </p14:cNvPr>
                <p14:cNvContentPartPr/>
                <p14:nvPr/>
              </p14:nvContentPartPr>
              <p14:xfrm>
                <a:off x="10914314" y="2462538"/>
                <a:ext cx="287280" cy="13464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FB8DEF1B-93CA-6D38-5975-447611D5531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896314" y="2444898"/>
                  <a:ext cx="3229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AC0F6EF7-9B5B-DFF5-6D72-F9C18DC82BB7}"/>
                    </a:ext>
                  </a:extLst>
                </p14:cNvPr>
                <p14:cNvContentPartPr/>
                <p14:nvPr/>
              </p14:nvContentPartPr>
              <p14:xfrm>
                <a:off x="11253794" y="2499258"/>
                <a:ext cx="96840" cy="1422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AC0F6EF7-9B5B-DFF5-6D72-F9C18DC82BB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1236154" y="2481258"/>
                  <a:ext cx="1324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560145D9-65BB-777D-0B9A-0B996D4EF87F}"/>
                    </a:ext>
                  </a:extLst>
                </p14:cNvPr>
                <p14:cNvContentPartPr/>
                <p14:nvPr/>
              </p14:nvContentPartPr>
              <p14:xfrm>
                <a:off x="11409674" y="2439858"/>
                <a:ext cx="221760" cy="19368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560145D9-65BB-777D-0B9A-0B996D4EF87F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1392034" y="2421858"/>
                  <a:ext cx="2574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4D348138-D65D-82C7-BCCA-A627BA52291C}"/>
                    </a:ext>
                  </a:extLst>
                </p14:cNvPr>
                <p14:cNvContentPartPr/>
                <p14:nvPr/>
              </p14:nvContentPartPr>
              <p14:xfrm>
                <a:off x="10112594" y="2903538"/>
                <a:ext cx="141840" cy="10764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4D348138-D65D-82C7-BCCA-A627BA52291C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094954" y="2885538"/>
                  <a:ext cx="1774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294F0D56-F45E-F529-350B-DB51EB77744A}"/>
                    </a:ext>
                  </a:extLst>
                </p14:cNvPr>
                <p14:cNvContentPartPr/>
                <p14:nvPr/>
              </p14:nvContentPartPr>
              <p14:xfrm>
                <a:off x="10456754" y="3042498"/>
                <a:ext cx="135000" cy="1490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294F0D56-F45E-F529-350B-DB51EB77744A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439114" y="3024858"/>
                  <a:ext cx="1706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98BA1DA7-2F67-F0C2-93BC-8AF82C9DF2C4}"/>
                    </a:ext>
                  </a:extLst>
                </p14:cNvPr>
                <p14:cNvContentPartPr/>
                <p14:nvPr/>
              </p14:nvContentPartPr>
              <p14:xfrm>
                <a:off x="10650074" y="2955738"/>
                <a:ext cx="206280" cy="15696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98BA1DA7-2F67-F0C2-93BC-8AF82C9DF2C4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632074" y="2937738"/>
                  <a:ext cx="2419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1442170-7891-4138-47EB-121993B0E975}"/>
                    </a:ext>
                  </a:extLst>
                </p14:cNvPr>
                <p14:cNvContentPartPr/>
                <p14:nvPr/>
              </p14:nvContentPartPr>
              <p14:xfrm>
                <a:off x="11039234" y="2838018"/>
                <a:ext cx="42120" cy="23112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1442170-7891-4138-47EB-121993B0E97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1021594" y="2820018"/>
                  <a:ext cx="777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5417B85E-3FE6-9713-4CB1-04D191D01973}"/>
                    </a:ext>
                  </a:extLst>
                </p14:cNvPr>
                <p14:cNvContentPartPr/>
                <p14:nvPr/>
              </p14:nvContentPartPr>
              <p14:xfrm>
                <a:off x="10939514" y="2925498"/>
                <a:ext cx="219240" cy="630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5417B85E-3FE6-9713-4CB1-04D191D01973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0921514" y="2907498"/>
                  <a:ext cx="2548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D251847D-4FCD-B533-74F7-2C89FC8E2390}"/>
                    </a:ext>
                  </a:extLst>
                </p14:cNvPr>
                <p14:cNvContentPartPr/>
                <p14:nvPr/>
              </p14:nvContentPartPr>
              <p14:xfrm>
                <a:off x="11170274" y="2778618"/>
                <a:ext cx="387720" cy="2646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D251847D-4FCD-B533-74F7-2C89FC8E2390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1152634" y="2760978"/>
                  <a:ext cx="4233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DC087264-5E99-A358-A826-CB5E93C967C0}"/>
                    </a:ext>
                  </a:extLst>
                </p14:cNvPr>
                <p14:cNvContentPartPr/>
                <p14:nvPr/>
              </p14:nvContentPartPr>
              <p14:xfrm>
                <a:off x="11548634" y="2723178"/>
                <a:ext cx="222120" cy="22824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DC087264-5E99-A358-A826-CB5E93C967C0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1530994" y="2705178"/>
                  <a:ext cx="2577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3FAB5F0B-F490-8D8D-0F20-AB237CF6F3E8}"/>
                    </a:ext>
                  </a:extLst>
                </p14:cNvPr>
                <p14:cNvContentPartPr/>
                <p14:nvPr/>
              </p14:nvContentPartPr>
              <p14:xfrm>
                <a:off x="11820794" y="2706978"/>
                <a:ext cx="140400" cy="13464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3FAB5F0B-F490-8D8D-0F20-AB237CF6F3E8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1802794" y="2689338"/>
                  <a:ext cx="1760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EACF697F-E46A-1280-D902-7E48D2797A6F}"/>
                    </a:ext>
                  </a:extLst>
                </p14:cNvPr>
                <p14:cNvContentPartPr/>
                <p14:nvPr/>
              </p14:nvContentPartPr>
              <p14:xfrm>
                <a:off x="11888834" y="2425098"/>
                <a:ext cx="110520" cy="28368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EACF697F-E46A-1280-D902-7E48D2797A6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1870834" y="2407098"/>
                  <a:ext cx="1461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AC3F7EB-19AA-F905-197B-EF31853EFDFF}"/>
                    </a:ext>
                  </a:extLst>
                </p14:cNvPr>
                <p14:cNvContentPartPr/>
                <p14:nvPr/>
              </p14:nvContentPartPr>
              <p14:xfrm>
                <a:off x="12000074" y="2340858"/>
                <a:ext cx="165960" cy="37800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AC3F7EB-19AA-F905-197B-EF31853EFDFF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1982074" y="2323218"/>
                  <a:ext cx="2016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73C49683-8B77-F13E-AA3C-68908D39ECB4}"/>
                    </a:ext>
                  </a:extLst>
                </p14:cNvPr>
                <p14:cNvContentPartPr/>
                <p14:nvPr/>
              </p14:nvContentPartPr>
              <p14:xfrm>
                <a:off x="10808114" y="3200538"/>
                <a:ext cx="81360" cy="20736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73C49683-8B77-F13E-AA3C-68908D39ECB4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790114" y="3182898"/>
                  <a:ext cx="1170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3E2F179-A0FC-86BC-C45A-D98A680D93C8}"/>
                    </a:ext>
                  </a:extLst>
                </p14:cNvPr>
                <p14:cNvContentPartPr/>
                <p14:nvPr/>
              </p14:nvContentPartPr>
              <p14:xfrm>
                <a:off x="10727114" y="3253098"/>
                <a:ext cx="222840" cy="1015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3E2F179-A0FC-86BC-C45A-D98A680D93C8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709114" y="3235098"/>
                  <a:ext cx="2584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346CFFD6-7062-4A76-F604-CE287C120337}"/>
                    </a:ext>
                  </a:extLst>
                </p14:cNvPr>
                <p14:cNvContentPartPr/>
                <p14:nvPr/>
              </p14:nvContentPartPr>
              <p14:xfrm>
                <a:off x="10962554" y="3254178"/>
                <a:ext cx="137160" cy="11736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346CFFD6-7062-4A76-F604-CE287C12033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944554" y="3236178"/>
                  <a:ext cx="1728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3E9DE6F-A2FE-D753-D8D6-1BDA8AB8A741}"/>
                    </a:ext>
                  </a:extLst>
                </p14:cNvPr>
                <p14:cNvContentPartPr/>
                <p14:nvPr/>
              </p14:nvContentPartPr>
              <p14:xfrm>
                <a:off x="11278274" y="3194778"/>
                <a:ext cx="124560" cy="12456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3E9DE6F-A2FE-D753-D8D6-1BDA8AB8A74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1260274" y="3177138"/>
                  <a:ext cx="1602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AD5AC4D9-9F75-B8FD-3D57-4FCF3CFF2492}"/>
                    </a:ext>
                  </a:extLst>
                </p14:cNvPr>
                <p14:cNvContentPartPr/>
                <p14:nvPr/>
              </p14:nvContentPartPr>
              <p14:xfrm>
                <a:off x="11452514" y="3226818"/>
                <a:ext cx="5400" cy="28116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AD5AC4D9-9F75-B8FD-3D57-4FCF3CFF2492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1434874" y="3208818"/>
                  <a:ext cx="410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E321968F-9436-96EE-5D42-D4D9ABFAE9FD}"/>
                    </a:ext>
                  </a:extLst>
                </p14:cNvPr>
                <p14:cNvContentPartPr/>
                <p14:nvPr/>
              </p14:nvContentPartPr>
              <p14:xfrm>
                <a:off x="11446394" y="3204858"/>
                <a:ext cx="138240" cy="1270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E321968F-9436-96EE-5D42-D4D9ABFAE9FD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1428394" y="3187218"/>
                  <a:ext cx="1738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C688D8D4-DAF3-1B06-05B6-5489905703FC}"/>
                    </a:ext>
                  </a:extLst>
                </p14:cNvPr>
                <p14:cNvContentPartPr/>
                <p14:nvPr/>
              </p14:nvContentPartPr>
              <p14:xfrm>
                <a:off x="11674274" y="3175338"/>
                <a:ext cx="163080" cy="1897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C688D8D4-DAF3-1B06-05B6-5489905703F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1656634" y="3157338"/>
                  <a:ext cx="1987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9B562F7E-F246-5B74-92C2-21C68B15B550}"/>
                    </a:ext>
                  </a:extLst>
                </p14:cNvPr>
                <p14:cNvContentPartPr/>
                <p14:nvPr/>
              </p14:nvContentPartPr>
              <p14:xfrm>
                <a:off x="11879834" y="3154098"/>
                <a:ext cx="139320" cy="35280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9B562F7E-F246-5B74-92C2-21C68B15B550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1862194" y="3136098"/>
                  <a:ext cx="174960" cy="38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56B9E947-ECF2-03B5-CD6B-C244672CB24D}"/>
              </a:ext>
            </a:extLst>
          </p:cNvPr>
          <p:cNvGrpSpPr/>
          <p:nvPr/>
        </p:nvGrpSpPr>
        <p:grpSpPr>
          <a:xfrm>
            <a:off x="8632634" y="4337778"/>
            <a:ext cx="1706760" cy="641880"/>
            <a:chOff x="8632634" y="4337778"/>
            <a:chExt cx="1706760" cy="64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AD4A5E71-B4B5-3D70-098A-530C96AC2102}"/>
                    </a:ext>
                  </a:extLst>
                </p14:cNvPr>
                <p14:cNvContentPartPr/>
                <p14:nvPr/>
              </p14:nvContentPartPr>
              <p14:xfrm>
                <a:off x="8632634" y="4392858"/>
                <a:ext cx="84960" cy="22824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AD4A5E71-B4B5-3D70-098A-530C96AC210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614994" y="4375218"/>
                  <a:ext cx="1206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39343085-E545-B4D9-ED12-1890F247523E}"/>
                    </a:ext>
                  </a:extLst>
                </p14:cNvPr>
                <p14:cNvContentPartPr/>
                <p14:nvPr/>
              </p14:nvContentPartPr>
              <p14:xfrm>
                <a:off x="8669354" y="4410498"/>
                <a:ext cx="127440" cy="3189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39343085-E545-B4D9-ED12-1890F247523E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8651714" y="4392858"/>
                  <a:ext cx="1630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A1670213-B2A0-682B-B88B-9BE75F099CB3}"/>
                    </a:ext>
                  </a:extLst>
                </p14:cNvPr>
                <p14:cNvContentPartPr/>
                <p14:nvPr/>
              </p14:nvContentPartPr>
              <p14:xfrm>
                <a:off x="8666474" y="4369458"/>
                <a:ext cx="316440" cy="57708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A1670213-B2A0-682B-B88B-9BE75F099CB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648474" y="4351818"/>
                  <a:ext cx="352080" cy="6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DD107804-0A52-ACD0-72D4-CB4C81F8C091}"/>
                    </a:ext>
                  </a:extLst>
                </p14:cNvPr>
                <p14:cNvContentPartPr/>
                <p14:nvPr/>
              </p14:nvContentPartPr>
              <p14:xfrm>
                <a:off x="8773034" y="4397898"/>
                <a:ext cx="367920" cy="58176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DD107804-0A52-ACD0-72D4-CB4C81F8C091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755034" y="4380258"/>
                  <a:ext cx="40356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389040C5-2577-A958-1CC3-5BEA44785490}"/>
                    </a:ext>
                  </a:extLst>
                </p14:cNvPr>
                <p14:cNvContentPartPr/>
                <p14:nvPr/>
              </p14:nvContentPartPr>
              <p14:xfrm>
                <a:off x="8895074" y="4412658"/>
                <a:ext cx="347040" cy="5504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389040C5-2577-A958-1CC3-5BEA44785490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877074" y="4395018"/>
                  <a:ext cx="382680" cy="58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2D4F498C-D578-6D82-513D-C225425DFCA6}"/>
                    </a:ext>
                  </a:extLst>
                </p14:cNvPr>
                <p14:cNvContentPartPr/>
                <p14:nvPr/>
              </p14:nvContentPartPr>
              <p14:xfrm>
                <a:off x="9081554" y="4407258"/>
                <a:ext cx="288360" cy="51336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2D4F498C-D578-6D82-513D-C225425DFCA6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063554" y="4389258"/>
                  <a:ext cx="32400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9F13654D-C180-6C8F-47E7-FD8F57B9914D}"/>
                    </a:ext>
                  </a:extLst>
                </p14:cNvPr>
                <p14:cNvContentPartPr/>
                <p14:nvPr/>
              </p14:nvContentPartPr>
              <p14:xfrm>
                <a:off x="9244274" y="4419498"/>
                <a:ext cx="213840" cy="41004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9F13654D-C180-6C8F-47E7-FD8F57B9914D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226274" y="4401858"/>
                  <a:ext cx="24948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F073412D-DBF2-6805-38A3-F6837D7EB311}"/>
                    </a:ext>
                  </a:extLst>
                </p14:cNvPr>
                <p14:cNvContentPartPr/>
                <p14:nvPr/>
              </p14:nvContentPartPr>
              <p14:xfrm>
                <a:off x="9331394" y="4359378"/>
                <a:ext cx="277200" cy="46836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F073412D-DBF2-6805-38A3-F6837D7EB311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313754" y="4341378"/>
                  <a:ext cx="31284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8F6CC462-0A56-1920-80C9-C8D9AA7E886D}"/>
                    </a:ext>
                  </a:extLst>
                </p14:cNvPr>
                <p14:cNvContentPartPr/>
                <p14:nvPr/>
              </p14:nvContentPartPr>
              <p14:xfrm>
                <a:off x="9435074" y="4388898"/>
                <a:ext cx="263160" cy="42516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8F6CC462-0A56-1920-80C9-C8D9AA7E886D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417074" y="4371258"/>
                  <a:ext cx="29880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C4D54CAF-E203-09F5-6CD8-92E6CD1708E5}"/>
                    </a:ext>
                  </a:extLst>
                </p14:cNvPr>
                <p14:cNvContentPartPr/>
                <p14:nvPr/>
              </p14:nvContentPartPr>
              <p14:xfrm>
                <a:off x="9517514" y="4368378"/>
                <a:ext cx="341640" cy="45576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C4D54CAF-E203-09F5-6CD8-92E6CD1708E5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499514" y="4350738"/>
                  <a:ext cx="37728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EFB63233-599B-2635-4356-E4143FC2C010}"/>
                    </a:ext>
                  </a:extLst>
                </p14:cNvPr>
                <p14:cNvContentPartPr/>
                <p14:nvPr/>
              </p14:nvContentPartPr>
              <p14:xfrm>
                <a:off x="9621914" y="4337778"/>
                <a:ext cx="387720" cy="52416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EFB63233-599B-2635-4356-E4143FC2C010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603914" y="4319778"/>
                  <a:ext cx="42336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FCA985F7-000B-3207-9932-FBB5E73CC95A}"/>
                    </a:ext>
                  </a:extLst>
                </p14:cNvPr>
                <p14:cNvContentPartPr/>
                <p14:nvPr/>
              </p14:nvContentPartPr>
              <p14:xfrm>
                <a:off x="9797234" y="4412658"/>
                <a:ext cx="329400" cy="46008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FCA985F7-000B-3207-9932-FBB5E73CC95A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779594" y="4395018"/>
                  <a:ext cx="36504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C93B246C-697D-C636-5E0C-66DC13A54E29}"/>
                    </a:ext>
                  </a:extLst>
                </p14:cNvPr>
                <p14:cNvContentPartPr/>
                <p14:nvPr/>
              </p14:nvContentPartPr>
              <p14:xfrm>
                <a:off x="9931514" y="4466298"/>
                <a:ext cx="319320" cy="50112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C93B246C-697D-C636-5E0C-66DC13A54E29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913514" y="4448298"/>
                  <a:ext cx="35496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C6F83FC4-DAF5-830F-0B1B-E73B0DBABAAD}"/>
                    </a:ext>
                  </a:extLst>
                </p14:cNvPr>
                <p14:cNvContentPartPr/>
                <p14:nvPr/>
              </p14:nvContentPartPr>
              <p14:xfrm>
                <a:off x="10102514" y="4507338"/>
                <a:ext cx="236880" cy="36432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C6F83FC4-DAF5-830F-0B1B-E73B0DBABAA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084874" y="4489338"/>
                  <a:ext cx="27252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E59B2967-53A6-3A20-C951-0CAE67E915FF}"/>
                    </a:ext>
                  </a:extLst>
                </p14:cNvPr>
                <p14:cNvContentPartPr/>
                <p14:nvPr/>
              </p14:nvContentPartPr>
              <p14:xfrm>
                <a:off x="10223834" y="4633338"/>
                <a:ext cx="100080" cy="29952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E59B2967-53A6-3A20-C951-0CAE67E915FF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206194" y="4615698"/>
                  <a:ext cx="135720" cy="33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7B93E49C-8155-BD67-051B-4DA41A799FB2}"/>
              </a:ext>
            </a:extLst>
          </p:cNvPr>
          <p:cNvGrpSpPr/>
          <p:nvPr/>
        </p:nvGrpSpPr>
        <p:grpSpPr>
          <a:xfrm>
            <a:off x="1571954" y="5218588"/>
            <a:ext cx="10607400" cy="1708920"/>
            <a:chOff x="1571954" y="5218588"/>
            <a:chExt cx="10607400" cy="170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B256B0A-B29F-6561-C970-20D7D1D515D7}"/>
                    </a:ext>
                  </a:extLst>
                </p14:cNvPr>
                <p14:cNvContentPartPr/>
                <p14:nvPr/>
              </p14:nvContentPartPr>
              <p14:xfrm>
                <a:off x="5261954" y="6282388"/>
                <a:ext cx="3566880" cy="4658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B256B0A-B29F-6561-C970-20D7D1D515D7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244314" y="6264388"/>
                  <a:ext cx="360252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215B358-BC56-DB39-857D-6C066E0B4893}"/>
                    </a:ext>
                  </a:extLst>
                </p14:cNvPr>
                <p14:cNvContentPartPr/>
                <p14:nvPr/>
              </p14:nvContentPartPr>
              <p14:xfrm>
                <a:off x="1726394" y="6230908"/>
                <a:ext cx="838800" cy="3931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215B358-BC56-DB39-857D-6C066E0B4893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708394" y="6213268"/>
                  <a:ext cx="8744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C401C7E0-A7CE-86BB-21D2-F72DBC62BB40}"/>
                    </a:ext>
                  </a:extLst>
                </p14:cNvPr>
                <p14:cNvContentPartPr/>
                <p14:nvPr/>
              </p14:nvContentPartPr>
              <p14:xfrm>
                <a:off x="1738994" y="6124708"/>
                <a:ext cx="302400" cy="1220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C401C7E0-A7CE-86BB-21D2-F72DBC62BB40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720994" y="6107068"/>
                  <a:ext cx="338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F2556783-708E-2F99-EC14-5B5108A7EE84}"/>
                    </a:ext>
                  </a:extLst>
                </p14:cNvPr>
                <p14:cNvContentPartPr/>
                <p14:nvPr/>
              </p14:nvContentPartPr>
              <p14:xfrm>
                <a:off x="1947434" y="6099868"/>
                <a:ext cx="1019160" cy="4460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F2556783-708E-2F99-EC14-5B5108A7EE84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929794" y="6081868"/>
                  <a:ext cx="105480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3F8AC69-8460-6ECD-E255-BA5CEC898B0D}"/>
                    </a:ext>
                  </a:extLst>
                </p14:cNvPr>
                <p14:cNvContentPartPr/>
                <p14:nvPr/>
              </p14:nvContentPartPr>
              <p14:xfrm>
                <a:off x="2487434" y="6622588"/>
                <a:ext cx="308880" cy="1713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3F8AC69-8460-6ECD-E255-BA5CEC898B0D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2469434" y="6604588"/>
                  <a:ext cx="344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333B6009-1D2C-47EC-DDD3-2A73BBD6AD9A}"/>
                    </a:ext>
                  </a:extLst>
                </p14:cNvPr>
                <p14:cNvContentPartPr/>
                <p14:nvPr/>
              </p14:nvContentPartPr>
              <p14:xfrm>
                <a:off x="2814674" y="6553468"/>
                <a:ext cx="226800" cy="2174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333B6009-1D2C-47EC-DDD3-2A73BBD6AD9A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2797034" y="6535828"/>
                  <a:ext cx="2624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659434C8-EC05-59EE-D213-128169457173}"/>
                    </a:ext>
                  </a:extLst>
                </p14:cNvPr>
                <p14:cNvContentPartPr/>
                <p14:nvPr/>
              </p14:nvContentPartPr>
              <p14:xfrm>
                <a:off x="2241914" y="6012388"/>
                <a:ext cx="1109160" cy="4788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659434C8-EC05-59EE-D213-128169457173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2224274" y="5994388"/>
                  <a:ext cx="114480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543ADCC-0AF1-2679-5C42-5CA72D170776}"/>
                    </a:ext>
                  </a:extLst>
                </p14:cNvPr>
                <p14:cNvContentPartPr/>
                <p14:nvPr/>
              </p14:nvContentPartPr>
              <p14:xfrm>
                <a:off x="2216714" y="5905468"/>
                <a:ext cx="555120" cy="1663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543ADCC-0AF1-2679-5C42-5CA72D170776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2199074" y="5887468"/>
                  <a:ext cx="590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D94A99B-F346-AAFA-0585-D2CA733EDB56}"/>
                    </a:ext>
                  </a:extLst>
                </p14:cNvPr>
                <p14:cNvContentPartPr/>
                <p14:nvPr/>
              </p14:nvContentPartPr>
              <p14:xfrm>
                <a:off x="2645114" y="5930308"/>
                <a:ext cx="999360" cy="628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D94A99B-F346-AAFA-0585-D2CA733EDB56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2627474" y="5912668"/>
                  <a:ext cx="1035000" cy="66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ED7C948-BD15-F348-E000-1E1AC1B35256}"/>
                    </a:ext>
                  </a:extLst>
                </p14:cNvPr>
                <p14:cNvContentPartPr/>
                <p14:nvPr/>
              </p14:nvContentPartPr>
              <p14:xfrm>
                <a:off x="2943554" y="5864428"/>
                <a:ext cx="941400" cy="4503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ED7C948-BD15-F348-E000-1E1AC1B35256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2925914" y="5846428"/>
                  <a:ext cx="97704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FC60E77-442A-A941-FDC3-77A196BDDC16}"/>
                    </a:ext>
                  </a:extLst>
                </p14:cNvPr>
                <p14:cNvContentPartPr/>
                <p14:nvPr/>
              </p14:nvContentPartPr>
              <p14:xfrm>
                <a:off x="2947154" y="5683348"/>
                <a:ext cx="520200" cy="1828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FC60E77-442A-A941-FDC3-77A196BDDC16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929154" y="5665348"/>
                  <a:ext cx="5558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08A83FF-BA98-576E-A7D0-6F98300DD575}"/>
                    </a:ext>
                  </a:extLst>
                </p14:cNvPr>
                <p14:cNvContentPartPr/>
                <p14:nvPr/>
              </p14:nvContentPartPr>
              <p14:xfrm>
                <a:off x="3339194" y="5748508"/>
                <a:ext cx="911880" cy="5871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08A83FF-BA98-576E-A7D0-6F98300DD575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321554" y="5730508"/>
                  <a:ext cx="947520" cy="6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0510227-9797-9E27-E70F-012C4B29F0F0}"/>
                    </a:ext>
                  </a:extLst>
                </p14:cNvPr>
                <p14:cNvContentPartPr/>
                <p14:nvPr/>
              </p14:nvContentPartPr>
              <p14:xfrm>
                <a:off x="1871834" y="5500468"/>
                <a:ext cx="123840" cy="7365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0510227-9797-9E27-E70F-012C4B29F0F0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854194" y="5482828"/>
                  <a:ext cx="159480" cy="77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B42AADE-59ED-6CA5-D838-F381DA0CFDD9}"/>
                    </a:ext>
                  </a:extLst>
                </p14:cNvPr>
                <p14:cNvContentPartPr/>
                <p14:nvPr/>
              </p14:nvContentPartPr>
              <p14:xfrm>
                <a:off x="1571954" y="5218588"/>
                <a:ext cx="2146680" cy="4197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B42AADE-59ED-6CA5-D838-F381DA0CFDD9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554314" y="5200588"/>
                  <a:ext cx="218232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19B50D7-2180-E369-7E2C-D47625A91D0B}"/>
                    </a:ext>
                  </a:extLst>
                </p14:cNvPr>
                <p14:cNvContentPartPr/>
                <p14:nvPr/>
              </p14:nvContentPartPr>
              <p14:xfrm>
                <a:off x="2471234" y="5448628"/>
                <a:ext cx="107640" cy="5853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19B50D7-2180-E369-7E2C-D47625A91D0B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2453234" y="5430988"/>
                  <a:ext cx="14328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7DFD9904-1A96-C5CF-1DEF-6180D639937C}"/>
                    </a:ext>
                  </a:extLst>
                </p14:cNvPr>
                <p14:cNvContentPartPr/>
                <p14:nvPr/>
              </p14:nvContentPartPr>
              <p14:xfrm>
                <a:off x="3224354" y="5344948"/>
                <a:ext cx="91440" cy="5050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7DFD9904-1A96-C5CF-1DEF-6180D639937C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206354" y="5327308"/>
                  <a:ext cx="12708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7B752F4-8F73-B250-5804-4472D4E7EFEB}"/>
                    </a:ext>
                  </a:extLst>
                </p14:cNvPr>
                <p14:cNvContentPartPr/>
                <p14:nvPr/>
              </p14:nvContentPartPr>
              <p14:xfrm>
                <a:off x="2890274" y="5899708"/>
                <a:ext cx="106560" cy="8334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7B752F4-8F73-B250-5804-4472D4E7EFEB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2872634" y="5881708"/>
                  <a:ext cx="142200" cy="86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B40C626-72EE-E347-27DE-B2CFE84F8346}"/>
                    </a:ext>
                  </a:extLst>
                </p14:cNvPr>
                <p14:cNvContentPartPr/>
                <p14:nvPr/>
              </p14:nvContentPartPr>
              <p14:xfrm>
                <a:off x="3479954" y="5864428"/>
                <a:ext cx="83520" cy="6951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B40C626-72EE-E347-27DE-B2CFE84F8346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461954" y="5846428"/>
                  <a:ext cx="119160" cy="7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6CAFD72B-0630-3913-68FE-5149EB351E19}"/>
                    </a:ext>
                  </a:extLst>
                </p14:cNvPr>
                <p14:cNvContentPartPr/>
                <p14:nvPr/>
              </p14:nvContentPartPr>
              <p14:xfrm>
                <a:off x="4045874" y="5582908"/>
                <a:ext cx="32040" cy="7401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6CAFD72B-0630-3913-68FE-5149EB351E19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4027874" y="5565268"/>
                  <a:ext cx="67680" cy="77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7B079657-02F1-6EAF-908C-1F8253D749C5}"/>
                    </a:ext>
                  </a:extLst>
                </p14:cNvPr>
                <p14:cNvContentPartPr/>
                <p14:nvPr/>
              </p14:nvContentPartPr>
              <p14:xfrm>
                <a:off x="2570594" y="5331268"/>
                <a:ext cx="2185200" cy="8449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7B079657-02F1-6EAF-908C-1F8253D749C5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2552954" y="5313268"/>
                  <a:ext cx="2220840" cy="88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70C39EFF-F637-D2BF-5D7E-1E000507B3C8}"/>
                    </a:ext>
                  </a:extLst>
                </p14:cNvPr>
                <p14:cNvContentPartPr/>
                <p14:nvPr/>
              </p14:nvContentPartPr>
              <p14:xfrm>
                <a:off x="2641154" y="5324068"/>
                <a:ext cx="2154600" cy="9259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70C39EFF-F637-D2BF-5D7E-1E000507B3C8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2623154" y="5306428"/>
                  <a:ext cx="2190240" cy="9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636D1C4-47F4-56F2-786B-612D002B5048}"/>
                    </a:ext>
                  </a:extLst>
                </p14:cNvPr>
                <p14:cNvContentPartPr/>
                <p14:nvPr/>
              </p14:nvContentPartPr>
              <p14:xfrm>
                <a:off x="1614434" y="5228668"/>
                <a:ext cx="2194200" cy="2991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636D1C4-47F4-56F2-786B-612D002B5048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596434" y="5211028"/>
                  <a:ext cx="22298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9341D0B-2865-E770-8DA0-C52D463B54DA}"/>
                    </a:ext>
                  </a:extLst>
                </p14:cNvPr>
                <p14:cNvContentPartPr/>
                <p14:nvPr/>
              </p14:nvContentPartPr>
              <p14:xfrm>
                <a:off x="1642874" y="5271868"/>
                <a:ext cx="1805760" cy="3780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9341D0B-2865-E770-8DA0-C52D463B54DA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624874" y="5254228"/>
                  <a:ext cx="18414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FD6AEA6F-9DF7-80E7-5117-07A8216F727A}"/>
                    </a:ext>
                  </a:extLst>
                </p14:cNvPr>
                <p14:cNvContentPartPr/>
                <p14:nvPr/>
              </p14:nvContentPartPr>
              <p14:xfrm>
                <a:off x="2642954" y="5891788"/>
                <a:ext cx="431280" cy="2739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FD6AEA6F-9DF7-80E7-5117-07A8216F727A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2625314" y="5873788"/>
                  <a:ext cx="46692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A5DC04E-B858-2209-9075-5078D987BD2E}"/>
                    </a:ext>
                  </a:extLst>
                </p14:cNvPr>
                <p14:cNvContentPartPr/>
                <p14:nvPr/>
              </p14:nvContentPartPr>
              <p14:xfrm>
                <a:off x="3046154" y="5874508"/>
                <a:ext cx="190080" cy="1062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A5DC04E-B858-2209-9075-5078D987BD2E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3028154" y="5856868"/>
                  <a:ext cx="2257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9B2756F-3188-706F-72AD-BDB51FF68AD7}"/>
                    </a:ext>
                  </a:extLst>
                </p14:cNvPr>
                <p14:cNvContentPartPr/>
                <p14:nvPr/>
              </p14:nvContentPartPr>
              <p14:xfrm>
                <a:off x="3278714" y="5857588"/>
                <a:ext cx="72360" cy="9252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9B2756F-3188-706F-72AD-BDB51FF68AD7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3260714" y="5839588"/>
                  <a:ext cx="1080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22BA6053-88A1-9AC3-C348-AB0D2378B13D}"/>
                    </a:ext>
                  </a:extLst>
                </p14:cNvPr>
                <p14:cNvContentPartPr/>
                <p14:nvPr/>
              </p14:nvContentPartPr>
              <p14:xfrm>
                <a:off x="3407594" y="5562748"/>
                <a:ext cx="851400" cy="2977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22BA6053-88A1-9AC3-C348-AB0D2378B13D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3389594" y="5545108"/>
                  <a:ext cx="8870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37E50D35-0ED0-6AEE-C16A-3D211ABD08BB}"/>
                    </a:ext>
                  </a:extLst>
                </p14:cNvPr>
                <p14:cNvContentPartPr/>
                <p14:nvPr/>
              </p14:nvContentPartPr>
              <p14:xfrm>
                <a:off x="4248194" y="5849668"/>
                <a:ext cx="269640" cy="298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37E50D35-0ED0-6AEE-C16A-3D211ABD08BB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4230554" y="5831668"/>
                  <a:ext cx="305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DF897C98-6C6E-EAC9-4725-7B815622A4DC}"/>
                    </a:ext>
                  </a:extLst>
                </p14:cNvPr>
                <p14:cNvContentPartPr/>
                <p14:nvPr/>
              </p14:nvContentPartPr>
              <p14:xfrm>
                <a:off x="4176554" y="5742748"/>
                <a:ext cx="188640" cy="1573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DF897C98-6C6E-EAC9-4725-7B815622A4DC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4158554" y="5724748"/>
                  <a:ext cx="2242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A7541DF9-0E18-A125-BBFC-0419575C9A19}"/>
                    </a:ext>
                  </a:extLst>
                </p14:cNvPr>
                <p14:cNvContentPartPr/>
                <p14:nvPr/>
              </p14:nvContentPartPr>
              <p14:xfrm>
                <a:off x="4618634" y="5771188"/>
                <a:ext cx="165960" cy="1821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A7541DF9-0E18-A125-BBFC-0419575C9A19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4600994" y="5753188"/>
                  <a:ext cx="2016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DC189F1-D4FC-11A3-0F22-965283EE2D54}"/>
                    </a:ext>
                  </a:extLst>
                </p14:cNvPr>
                <p14:cNvContentPartPr/>
                <p14:nvPr/>
              </p14:nvContentPartPr>
              <p14:xfrm>
                <a:off x="4833554" y="5788108"/>
                <a:ext cx="140760" cy="1202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DC189F1-D4FC-11A3-0F22-965283EE2D54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4815554" y="5770108"/>
                  <a:ext cx="1764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6206C3E-71FD-1AC0-B886-839C09CE1998}"/>
                    </a:ext>
                  </a:extLst>
                </p14:cNvPr>
                <p14:cNvContentPartPr/>
                <p14:nvPr/>
              </p14:nvContentPartPr>
              <p14:xfrm>
                <a:off x="5031914" y="5805388"/>
                <a:ext cx="81360" cy="3870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6206C3E-71FD-1AC0-B886-839C09CE1998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5014274" y="5787388"/>
                  <a:ext cx="11700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F2710A67-CB58-C3A1-FB58-7A4BAF26A137}"/>
                    </a:ext>
                  </a:extLst>
                </p14:cNvPr>
                <p14:cNvContentPartPr/>
                <p14:nvPr/>
              </p14:nvContentPartPr>
              <p14:xfrm>
                <a:off x="5058554" y="5811868"/>
                <a:ext cx="145440" cy="1522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F2710A67-CB58-C3A1-FB58-7A4BAF26A13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5040914" y="5794228"/>
                  <a:ext cx="181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A8C74C64-FC63-5634-DDD7-78F21EBA7F35}"/>
                    </a:ext>
                  </a:extLst>
                </p14:cNvPr>
                <p14:cNvContentPartPr/>
                <p14:nvPr/>
              </p14:nvContentPartPr>
              <p14:xfrm>
                <a:off x="5288234" y="5817268"/>
                <a:ext cx="166320" cy="3081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A8C74C64-FC63-5634-DDD7-78F21EBA7F35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5270594" y="5799268"/>
                  <a:ext cx="2019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6CE034ED-E113-F2E7-A57C-FB3AE40F94CF}"/>
                    </a:ext>
                  </a:extLst>
                </p14:cNvPr>
                <p14:cNvContentPartPr/>
                <p14:nvPr/>
              </p14:nvContentPartPr>
              <p14:xfrm>
                <a:off x="1778954" y="6222988"/>
                <a:ext cx="21240" cy="1274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6CE034ED-E113-F2E7-A57C-FB3AE40F94CF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760954" y="6204988"/>
                  <a:ext cx="568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9919065A-FDC2-1AD9-0590-8656A001BC4F}"/>
                    </a:ext>
                  </a:extLst>
                </p14:cNvPr>
                <p14:cNvContentPartPr/>
                <p14:nvPr/>
              </p14:nvContentPartPr>
              <p14:xfrm>
                <a:off x="1732874" y="6269068"/>
                <a:ext cx="1189800" cy="6584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9919065A-FDC2-1AD9-0590-8656A001BC4F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714874" y="6251428"/>
                  <a:ext cx="1225440" cy="69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A50EC1C-DACD-7755-120C-77B7A4978FC7}"/>
                    </a:ext>
                  </a:extLst>
                </p14:cNvPr>
                <p14:cNvContentPartPr/>
                <p14:nvPr/>
              </p14:nvContentPartPr>
              <p14:xfrm>
                <a:off x="1839074" y="6326778"/>
                <a:ext cx="1253880" cy="5392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A50EC1C-DACD-7755-120C-77B7A4978FC7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821434" y="6308778"/>
                  <a:ext cx="128952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0B8C0BE8-8D4E-A586-A13D-513A55477B33}"/>
                    </a:ext>
                  </a:extLst>
                </p14:cNvPr>
                <p14:cNvContentPartPr/>
                <p14:nvPr/>
              </p14:nvContentPartPr>
              <p14:xfrm>
                <a:off x="3391034" y="6457458"/>
                <a:ext cx="139680" cy="9108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0B8C0BE8-8D4E-A586-A13D-513A55477B33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3373034" y="6439458"/>
                  <a:ext cx="1753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320D81C-937F-F5E9-DC9A-1F257ED4B45C}"/>
                    </a:ext>
                  </a:extLst>
                </p14:cNvPr>
                <p14:cNvContentPartPr/>
                <p14:nvPr/>
              </p14:nvContentPartPr>
              <p14:xfrm>
                <a:off x="3889634" y="6273138"/>
                <a:ext cx="158400" cy="594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320D81C-937F-F5E9-DC9A-1F257ED4B45C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3871994" y="6255138"/>
                  <a:ext cx="1940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2F76521-AC33-74AA-E032-214A47475FE7}"/>
                    </a:ext>
                  </a:extLst>
                </p14:cNvPr>
                <p14:cNvContentPartPr/>
                <p14:nvPr/>
              </p14:nvContentPartPr>
              <p14:xfrm>
                <a:off x="4431434" y="6309498"/>
                <a:ext cx="1091160" cy="2494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2F76521-AC33-74AA-E032-214A47475FE7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4413794" y="6291858"/>
                  <a:ext cx="11268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5482E353-BBF4-D58F-A778-2E89E4947794}"/>
                    </a:ext>
                  </a:extLst>
                </p14:cNvPr>
                <p14:cNvContentPartPr/>
                <p14:nvPr/>
              </p14:nvContentPartPr>
              <p14:xfrm>
                <a:off x="4406234" y="6455658"/>
                <a:ext cx="4350240" cy="3369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5482E353-BBF4-D58F-A778-2E89E4947794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4388594" y="6438018"/>
                  <a:ext cx="43858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0A1F5A0-96BA-5ABD-972E-A007959D1CBF}"/>
                    </a:ext>
                  </a:extLst>
                </p14:cNvPr>
                <p14:cNvContentPartPr/>
                <p14:nvPr/>
              </p14:nvContentPartPr>
              <p14:xfrm>
                <a:off x="8632274" y="6669858"/>
                <a:ext cx="86400" cy="5724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0A1F5A0-96BA-5ABD-972E-A007959D1CBF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8614634" y="6652218"/>
                  <a:ext cx="122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BDC40CAF-981A-43CC-BEA5-33EB7E6A7D70}"/>
                    </a:ext>
                  </a:extLst>
                </p14:cNvPr>
                <p14:cNvContentPartPr/>
                <p14:nvPr/>
              </p14:nvContentPartPr>
              <p14:xfrm>
                <a:off x="8647394" y="6471138"/>
                <a:ext cx="46080" cy="30960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BDC40CAF-981A-43CC-BEA5-33EB7E6A7D70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8629394" y="6453138"/>
                  <a:ext cx="8172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7BECA0DE-3B8A-98FE-57D2-911511664F0B}"/>
                    </a:ext>
                  </a:extLst>
                </p14:cNvPr>
                <p14:cNvContentPartPr/>
                <p14:nvPr/>
              </p14:nvContentPartPr>
              <p14:xfrm>
                <a:off x="8734874" y="5702538"/>
                <a:ext cx="151920" cy="36036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7BECA0DE-3B8A-98FE-57D2-911511664F0B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8716874" y="5684898"/>
                  <a:ext cx="18756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4DFEA33-778C-3635-5972-2039ECDD67AF}"/>
                    </a:ext>
                  </a:extLst>
                </p14:cNvPr>
                <p14:cNvContentPartPr/>
                <p14:nvPr/>
              </p14:nvContentPartPr>
              <p14:xfrm>
                <a:off x="8786714" y="5599938"/>
                <a:ext cx="283320" cy="60444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4DFEA33-778C-3635-5972-2039ECDD67AF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8769074" y="5582298"/>
                  <a:ext cx="318960" cy="64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67C32D5A-4ECC-D41F-B843-0F57DCF58197}"/>
                    </a:ext>
                  </a:extLst>
                </p14:cNvPr>
                <p14:cNvContentPartPr/>
                <p14:nvPr/>
              </p14:nvContentPartPr>
              <p14:xfrm>
                <a:off x="8848634" y="5629458"/>
                <a:ext cx="342720" cy="68076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67C32D5A-4ECC-D41F-B843-0F57DCF58197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8830994" y="5611818"/>
                  <a:ext cx="378360" cy="71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2D580B83-1908-B8FD-7033-826F189AB6A5}"/>
                    </a:ext>
                  </a:extLst>
                </p14:cNvPr>
                <p14:cNvContentPartPr/>
                <p14:nvPr/>
              </p14:nvContentPartPr>
              <p14:xfrm>
                <a:off x="9050954" y="5653578"/>
                <a:ext cx="302400" cy="59976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2D580B83-1908-B8FD-7033-826F189AB6A5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9032954" y="5635578"/>
                  <a:ext cx="338040" cy="6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060821B4-CC49-6780-FDF0-35A90D5A042F}"/>
                    </a:ext>
                  </a:extLst>
                </p14:cNvPr>
                <p14:cNvContentPartPr/>
                <p14:nvPr/>
              </p14:nvContentPartPr>
              <p14:xfrm>
                <a:off x="9249674" y="5675178"/>
                <a:ext cx="245160" cy="52812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060821B4-CC49-6780-FDF0-35A90D5A042F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9232034" y="5657178"/>
                  <a:ext cx="28080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C32079D9-D355-C8B7-5D79-C5BE7C6C6DC5}"/>
                    </a:ext>
                  </a:extLst>
                </p14:cNvPr>
                <p14:cNvContentPartPr/>
                <p14:nvPr/>
              </p14:nvContentPartPr>
              <p14:xfrm>
                <a:off x="9421034" y="5603538"/>
                <a:ext cx="272160" cy="57924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C32079D9-D355-C8B7-5D79-C5BE7C6C6DC5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9403394" y="5585538"/>
                  <a:ext cx="30780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D81B264C-3D8B-9B86-0024-66DF79517DC4}"/>
                    </a:ext>
                  </a:extLst>
                </p14:cNvPr>
                <p14:cNvContentPartPr/>
                <p14:nvPr/>
              </p14:nvContentPartPr>
              <p14:xfrm>
                <a:off x="9571514" y="5638818"/>
                <a:ext cx="220320" cy="52020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D81B264C-3D8B-9B86-0024-66DF79517DC4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9553874" y="5620818"/>
                  <a:ext cx="25596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3B212E01-679D-E9FC-AEE0-5C86175A4E2E}"/>
                    </a:ext>
                  </a:extLst>
                </p14:cNvPr>
                <p14:cNvContentPartPr/>
                <p14:nvPr/>
              </p14:nvContentPartPr>
              <p14:xfrm>
                <a:off x="9630914" y="5629458"/>
                <a:ext cx="316440" cy="61236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3B212E01-679D-E9FC-AEE0-5C86175A4E2E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9613274" y="5611818"/>
                  <a:ext cx="352080" cy="64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F591B4D8-F3C9-AA0C-9CD9-2CDDAA234435}"/>
                    </a:ext>
                  </a:extLst>
                </p14:cNvPr>
                <p14:cNvContentPartPr/>
                <p14:nvPr/>
              </p14:nvContentPartPr>
              <p14:xfrm>
                <a:off x="9828194" y="5619378"/>
                <a:ext cx="257040" cy="60336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F591B4D8-F3C9-AA0C-9CD9-2CDDAA234435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9810194" y="5601378"/>
                  <a:ext cx="29268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9AC18806-F168-7DAD-B46D-E36B29A9DAFE}"/>
                    </a:ext>
                  </a:extLst>
                </p14:cNvPr>
                <p14:cNvContentPartPr/>
                <p14:nvPr/>
              </p14:nvContentPartPr>
              <p14:xfrm>
                <a:off x="9986234" y="5646738"/>
                <a:ext cx="281160" cy="53496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9AC18806-F168-7DAD-B46D-E36B29A9DAFE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9968594" y="5628738"/>
                  <a:ext cx="31680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E5B15B5A-9DF5-F27E-9B81-842D97156C7C}"/>
                    </a:ext>
                  </a:extLst>
                </p14:cNvPr>
                <p14:cNvContentPartPr/>
                <p14:nvPr/>
              </p14:nvContentPartPr>
              <p14:xfrm>
                <a:off x="10159754" y="5576178"/>
                <a:ext cx="241560" cy="51336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E5B15B5A-9DF5-F27E-9B81-842D97156C7C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0141754" y="5558178"/>
                  <a:ext cx="27720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CDF817E0-E90A-8016-D6DE-E1C26C675720}"/>
                    </a:ext>
                  </a:extLst>
                </p14:cNvPr>
                <p14:cNvContentPartPr/>
                <p14:nvPr/>
              </p14:nvContentPartPr>
              <p14:xfrm>
                <a:off x="10237514" y="5666898"/>
                <a:ext cx="210240" cy="45072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CDF817E0-E90A-8016-D6DE-E1C26C675720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0219874" y="5649258"/>
                  <a:ext cx="24588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203A50B5-5AD1-CBA7-61E3-55307DD743EC}"/>
                    </a:ext>
                  </a:extLst>
                </p14:cNvPr>
                <p14:cNvContentPartPr/>
                <p14:nvPr/>
              </p14:nvContentPartPr>
              <p14:xfrm>
                <a:off x="10373234" y="5820618"/>
                <a:ext cx="145800" cy="29088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203A50B5-5AD1-CBA7-61E3-55307DD743EC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0355234" y="5802618"/>
                  <a:ext cx="1814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D672D6E9-ADD8-CD0D-233A-16936B1A96E0}"/>
                    </a:ext>
                  </a:extLst>
                </p14:cNvPr>
                <p14:cNvContentPartPr/>
                <p14:nvPr/>
              </p14:nvContentPartPr>
              <p14:xfrm>
                <a:off x="10436234" y="6044538"/>
                <a:ext cx="30600" cy="11736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D672D6E9-ADD8-CD0D-233A-16936B1A96E0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0418594" y="6026898"/>
                  <a:ext cx="662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ECF09736-3D06-2FA8-58F0-0172A1AAF7A8}"/>
                    </a:ext>
                  </a:extLst>
                </p14:cNvPr>
                <p14:cNvContentPartPr/>
                <p14:nvPr/>
              </p14:nvContentPartPr>
              <p14:xfrm>
                <a:off x="10351634" y="6457458"/>
                <a:ext cx="32040" cy="5832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ECF09736-3D06-2FA8-58F0-0172A1AAF7A8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0333634" y="6439458"/>
                  <a:ext cx="676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C7C7AA0B-280E-A888-01EE-DE536495A177}"/>
                    </a:ext>
                  </a:extLst>
                </p14:cNvPr>
                <p14:cNvContentPartPr/>
                <p14:nvPr/>
              </p14:nvContentPartPr>
              <p14:xfrm>
                <a:off x="10213034" y="5997018"/>
                <a:ext cx="486720" cy="36288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C7C7AA0B-280E-A888-01EE-DE536495A177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0195034" y="5979018"/>
                  <a:ext cx="52236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A5E88DF6-7BF3-DD73-102F-97F1ECE64B6E}"/>
                    </a:ext>
                  </a:extLst>
                </p14:cNvPr>
                <p14:cNvContentPartPr/>
                <p14:nvPr/>
              </p14:nvContentPartPr>
              <p14:xfrm>
                <a:off x="10737914" y="6081978"/>
                <a:ext cx="281520" cy="29664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A5E88DF6-7BF3-DD73-102F-97F1ECE64B6E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0719914" y="6064338"/>
                  <a:ext cx="3171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78F2ACA6-0CEA-B59E-E24F-7876F527028D}"/>
                    </a:ext>
                  </a:extLst>
                </p14:cNvPr>
                <p14:cNvContentPartPr/>
                <p14:nvPr/>
              </p14:nvContentPartPr>
              <p14:xfrm>
                <a:off x="11060834" y="6256218"/>
                <a:ext cx="37080" cy="13104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78F2ACA6-0CEA-B59E-E24F-7876F527028D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1042834" y="6238218"/>
                  <a:ext cx="727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A739E160-AEC5-C55F-5BF4-EC06DBCF3DFF}"/>
                    </a:ext>
                  </a:extLst>
                </p14:cNvPr>
                <p14:cNvContentPartPr/>
                <p14:nvPr/>
              </p14:nvContentPartPr>
              <p14:xfrm>
                <a:off x="11029154" y="6108258"/>
                <a:ext cx="360" cy="36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A739E160-AEC5-C55F-5BF4-EC06DBCF3DF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011514" y="609061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655BB9BA-FFB2-7B33-94EF-972D779E0DC4}"/>
                    </a:ext>
                  </a:extLst>
                </p14:cNvPr>
                <p14:cNvContentPartPr/>
                <p14:nvPr/>
              </p14:nvContentPartPr>
              <p14:xfrm>
                <a:off x="11166314" y="6251538"/>
                <a:ext cx="146520" cy="14796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655BB9BA-FFB2-7B33-94EF-972D779E0DC4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1148674" y="6233538"/>
                  <a:ext cx="1821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40DF7609-202D-1B40-6E96-581C230854FB}"/>
                    </a:ext>
                  </a:extLst>
                </p14:cNvPr>
                <p14:cNvContentPartPr/>
                <p14:nvPr/>
              </p14:nvContentPartPr>
              <p14:xfrm>
                <a:off x="11048234" y="6138858"/>
                <a:ext cx="55800" cy="3060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40DF7609-202D-1B40-6E96-581C230854FB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11030594" y="6120858"/>
                  <a:ext cx="914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B441C101-37DB-C12C-134F-0D50BEF6F1A1}"/>
                    </a:ext>
                  </a:extLst>
                </p14:cNvPr>
                <p14:cNvContentPartPr/>
                <p14:nvPr/>
              </p14:nvContentPartPr>
              <p14:xfrm>
                <a:off x="11467994" y="6318498"/>
                <a:ext cx="11880" cy="15156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B441C101-37DB-C12C-134F-0D50BEF6F1A1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11449994" y="6300858"/>
                  <a:ext cx="475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A4270441-5A19-AE4F-A595-DCD4A2F6F9E8}"/>
                    </a:ext>
                  </a:extLst>
                </p14:cNvPr>
                <p14:cNvContentPartPr/>
                <p14:nvPr/>
              </p14:nvContentPartPr>
              <p14:xfrm>
                <a:off x="11451434" y="6180978"/>
                <a:ext cx="16920" cy="6192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A4270441-5A19-AE4F-A595-DCD4A2F6F9E8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11433434" y="6163338"/>
                  <a:ext cx="525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209C91AC-E1D5-BD93-B824-297C7907504D}"/>
                    </a:ext>
                  </a:extLst>
                </p14:cNvPr>
                <p14:cNvContentPartPr/>
                <p14:nvPr/>
              </p14:nvContentPartPr>
              <p14:xfrm>
                <a:off x="11614154" y="6228858"/>
                <a:ext cx="39600" cy="29952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209C91AC-E1D5-BD93-B824-297C7907504D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11596514" y="6210858"/>
                  <a:ext cx="752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DAF3A593-AD36-0ADD-484E-8F511389D195}"/>
                    </a:ext>
                  </a:extLst>
                </p14:cNvPr>
                <p14:cNvContentPartPr/>
                <p14:nvPr/>
              </p14:nvContentPartPr>
              <p14:xfrm>
                <a:off x="11565194" y="6386898"/>
                <a:ext cx="138240" cy="2304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DAF3A593-AD36-0ADD-484E-8F511389D195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11547194" y="6368898"/>
                  <a:ext cx="1738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97539181-8BCE-7E70-AAC6-81ED7B5440A2}"/>
                    </a:ext>
                  </a:extLst>
                </p14:cNvPr>
                <p14:cNvContentPartPr/>
                <p14:nvPr/>
              </p14:nvContentPartPr>
              <p14:xfrm>
                <a:off x="11816834" y="6246858"/>
                <a:ext cx="143280" cy="28584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97539181-8BCE-7E70-AAC6-81ED7B5440A2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11798834" y="6229218"/>
                  <a:ext cx="17892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7E996B50-7973-F437-90B1-3ABC92683B3B}"/>
                    </a:ext>
                  </a:extLst>
                </p14:cNvPr>
                <p14:cNvContentPartPr/>
                <p14:nvPr/>
              </p14:nvContentPartPr>
              <p14:xfrm>
                <a:off x="11998634" y="6275298"/>
                <a:ext cx="92880" cy="13032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7E996B50-7973-F437-90B1-3ABC92683B3B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11980994" y="6257658"/>
                  <a:ext cx="1285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0BAF6841-AC70-216E-7FB8-99BE0E78EAA6}"/>
                    </a:ext>
                  </a:extLst>
                </p14:cNvPr>
                <p14:cNvContentPartPr/>
                <p14:nvPr/>
              </p14:nvContentPartPr>
              <p14:xfrm>
                <a:off x="12113474" y="6190338"/>
                <a:ext cx="65880" cy="20376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0BAF6841-AC70-216E-7FB8-99BE0E78EAA6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12095834" y="6172338"/>
                  <a:ext cx="101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01A52300-81FF-20DD-E18D-FA39DE09C801}"/>
                    </a:ext>
                  </a:extLst>
                </p14:cNvPr>
                <p14:cNvContentPartPr/>
                <p14:nvPr/>
              </p14:nvContentPartPr>
              <p14:xfrm>
                <a:off x="10782554" y="6583098"/>
                <a:ext cx="266040" cy="14976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01A52300-81FF-20DD-E18D-FA39DE09C801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10764914" y="6565458"/>
                  <a:ext cx="3016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7012A503-E25C-6D9E-6FEE-5551B7EE76EF}"/>
                    </a:ext>
                  </a:extLst>
                </p14:cNvPr>
                <p14:cNvContentPartPr/>
                <p14:nvPr/>
              </p14:nvContentPartPr>
              <p14:xfrm>
                <a:off x="11050754" y="6592818"/>
                <a:ext cx="151560" cy="14364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7012A503-E25C-6D9E-6FEE-5551B7EE76EF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11032754" y="6574818"/>
                  <a:ext cx="1872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51BFA7BE-09C6-3671-6EBD-DACC5A8000DF}"/>
                    </a:ext>
                  </a:extLst>
                </p14:cNvPr>
                <p14:cNvContentPartPr/>
                <p14:nvPr/>
              </p14:nvContentPartPr>
              <p14:xfrm>
                <a:off x="11320034" y="6438018"/>
                <a:ext cx="61200" cy="42336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51BFA7BE-09C6-3671-6EBD-DACC5A8000DF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11302034" y="6420378"/>
                  <a:ext cx="968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EDEEA5C3-F93F-47A9-D42E-DA0C59E2D63A}"/>
                    </a:ext>
                  </a:extLst>
                </p14:cNvPr>
                <p14:cNvContentPartPr/>
                <p14:nvPr/>
              </p14:nvContentPartPr>
              <p14:xfrm>
                <a:off x="11284394" y="6624498"/>
                <a:ext cx="192600" cy="1296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EDEEA5C3-F93F-47A9-D42E-DA0C59E2D63A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11266754" y="6606858"/>
                  <a:ext cx="2282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D1071B75-6102-FC19-41FE-EEAF993D8A77}"/>
                    </a:ext>
                  </a:extLst>
                </p14:cNvPr>
                <p14:cNvContentPartPr/>
                <p14:nvPr/>
              </p14:nvContentPartPr>
              <p14:xfrm>
                <a:off x="11447834" y="6629178"/>
                <a:ext cx="176040" cy="12024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D1071B75-6102-FC19-41FE-EEAF993D8A77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11429834" y="6611178"/>
                  <a:ext cx="2116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8E7EFC65-3477-0E2B-1E69-437E11CB460A}"/>
                    </a:ext>
                  </a:extLst>
                </p14:cNvPr>
                <p14:cNvContentPartPr/>
                <p14:nvPr/>
              </p14:nvContentPartPr>
              <p14:xfrm>
                <a:off x="11662394" y="6490218"/>
                <a:ext cx="37080" cy="29700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8E7EFC65-3477-0E2B-1E69-437E11CB460A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11644754" y="6472578"/>
                  <a:ext cx="727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3746FF26-AFE6-5150-A176-F9B46D166FB3}"/>
                    </a:ext>
                  </a:extLst>
                </p14:cNvPr>
                <p14:cNvContentPartPr/>
                <p14:nvPr/>
              </p14:nvContentPartPr>
              <p14:xfrm>
                <a:off x="11755994" y="6473298"/>
                <a:ext cx="50760" cy="30168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3746FF26-AFE6-5150-A176-F9B46D166FB3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11738354" y="6455658"/>
                  <a:ext cx="8640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48BB4AAD-D41C-438F-9533-10FCB7B33311}"/>
                    </a:ext>
                  </a:extLst>
                </p14:cNvPr>
                <p14:cNvContentPartPr/>
                <p14:nvPr/>
              </p14:nvContentPartPr>
              <p14:xfrm>
                <a:off x="11955794" y="6787218"/>
                <a:ext cx="360" cy="36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48BB4AAD-D41C-438F-9533-10FCB7B3331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938154" y="676921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29B4842B-B3E4-960E-2020-0B7BCC64D434}"/>
              </a:ext>
            </a:extLst>
          </p:cNvPr>
          <p:cNvGrpSpPr/>
          <p:nvPr/>
        </p:nvGrpSpPr>
        <p:grpSpPr>
          <a:xfrm>
            <a:off x="933674" y="581428"/>
            <a:ext cx="2193840" cy="1029240"/>
            <a:chOff x="933674" y="581428"/>
            <a:chExt cx="2193840" cy="102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B7F7EC2-7AA2-2544-C787-D23E83649F41}"/>
                    </a:ext>
                  </a:extLst>
                </p14:cNvPr>
                <p14:cNvContentPartPr/>
                <p14:nvPr/>
              </p14:nvContentPartPr>
              <p14:xfrm>
                <a:off x="1079114" y="822628"/>
                <a:ext cx="39600" cy="496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B7F7EC2-7AA2-2544-C787-D23E83649F41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072994" y="816508"/>
                  <a:ext cx="5184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6EEFEA5-D6ED-09FF-DE28-C6E52C7E7253}"/>
                    </a:ext>
                  </a:extLst>
                </p14:cNvPr>
                <p14:cNvContentPartPr/>
                <p14:nvPr/>
              </p14:nvContentPartPr>
              <p14:xfrm>
                <a:off x="1061474" y="803188"/>
                <a:ext cx="381600" cy="496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6EEFEA5-D6ED-09FF-DE28-C6E52C7E7253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055354" y="797068"/>
                  <a:ext cx="39384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8DEEF4E-0F2A-6528-A3A1-44D62762EDF8}"/>
                    </a:ext>
                  </a:extLst>
                </p14:cNvPr>
                <p14:cNvContentPartPr/>
                <p14:nvPr/>
              </p14:nvContentPartPr>
              <p14:xfrm>
                <a:off x="1529474" y="1050148"/>
                <a:ext cx="267840" cy="186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8DEEF4E-0F2A-6528-A3A1-44D62762EDF8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520834" y="1041148"/>
                  <a:ext cx="2854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39441B0-49B7-BAC4-5931-8E35BCE31156}"/>
                    </a:ext>
                  </a:extLst>
                </p14:cNvPr>
                <p14:cNvContentPartPr/>
                <p14:nvPr/>
              </p14:nvContentPartPr>
              <p14:xfrm>
                <a:off x="1871474" y="1046188"/>
                <a:ext cx="195120" cy="219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39441B0-49B7-BAC4-5931-8E35BCE31156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862474" y="1037188"/>
                  <a:ext cx="2127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98C8452-3384-2AB6-81B3-CF487E66E30E}"/>
                    </a:ext>
                  </a:extLst>
                </p14:cNvPr>
                <p14:cNvContentPartPr/>
                <p14:nvPr/>
              </p14:nvContentPartPr>
              <p14:xfrm>
                <a:off x="1923314" y="1066708"/>
                <a:ext cx="196200" cy="458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98C8452-3384-2AB6-81B3-CF487E66E30E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914674" y="1058068"/>
                  <a:ext cx="21384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083DAAC-CDB4-2BD9-8D57-9FB6C9F6E722}"/>
                    </a:ext>
                  </a:extLst>
                </p14:cNvPr>
                <p14:cNvContentPartPr/>
                <p14:nvPr/>
              </p14:nvContentPartPr>
              <p14:xfrm>
                <a:off x="2286194" y="773668"/>
                <a:ext cx="259920" cy="493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083DAAC-CDB4-2BD9-8D57-9FB6C9F6E722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2277554" y="764668"/>
                  <a:ext cx="27756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DE1DF2A-5150-CF49-7244-D68838A69123}"/>
                    </a:ext>
                  </a:extLst>
                </p14:cNvPr>
                <p14:cNvContentPartPr/>
                <p14:nvPr/>
              </p14:nvContentPartPr>
              <p14:xfrm>
                <a:off x="933674" y="1520308"/>
                <a:ext cx="1862640" cy="72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DE1DF2A-5150-CF49-7244-D68838A69123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924674" y="1511308"/>
                  <a:ext cx="18802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91FF38D-FB08-D5A0-BDB5-EF2B6606D22B}"/>
                    </a:ext>
                  </a:extLst>
                </p14:cNvPr>
                <p14:cNvContentPartPr/>
                <p14:nvPr/>
              </p14:nvContentPartPr>
              <p14:xfrm>
                <a:off x="3068834" y="859708"/>
                <a:ext cx="56160" cy="24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91FF38D-FB08-D5A0-BDB5-EF2B6606D22B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3050834" y="842068"/>
                  <a:ext cx="918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0AEC7C3-88A6-3A9D-D629-B83F3BE09248}"/>
                    </a:ext>
                  </a:extLst>
                </p14:cNvPr>
                <p14:cNvContentPartPr/>
                <p14:nvPr/>
              </p14:nvContentPartPr>
              <p14:xfrm>
                <a:off x="3120674" y="1348948"/>
                <a:ext cx="684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0AEC7C3-88A6-3A9D-D629-B83F3BE09248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3102674" y="1330948"/>
                  <a:ext cx="42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D6ECC46-535D-F5A8-6089-4466489E96D5}"/>
                    </a:ext>
                  </a:extLst>
                </p14:cNvPr>
                <p14:cNvContentPartPr/>
                <p14:nvPr/>
              </p14:nvContentPartPr>
              <p14:xfrm>
                <a:off x="1058594" y="581428"/>
                <a:ext cx="1710360" cy="68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D6ECC46-535D-F5A8-6089-4466489E96D5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040954" y="563788"/>
                  <a:ext cx="17460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5624DA9-AA02-90C8-99A4-851DB26FB89E}"/>
                    </a:ext>
                  </a:extLst>
                </p14:cNvPr>
                <p14:cNvContentPartPr/>
                <p14:nvPr/>
              </p14:nvContentPartPr>
              <p14:xfrm>
                <a:off x="939434" y="1521388"/>
                <a:ext cx="1910880" cy="89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5624DA9-AA02-90C8-99A4-851DB26FB89E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921434" y="1503388"/>
                  <a:ext cx="19465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0F247A9-0F62-ACA8-7964-CEFB68A3941E}"/>
                    </a:ext>
                  </a:extLst>
                </p14:cNvPr>
                <p14:cNvContentPartPr/>
                <p14:nvPr/>
              </p14:nvContentPartPr>
              <p14:xfrm>
                <a:off x="1060034" y="804988"/>
                <a:ext cx="70200" cy="603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0F247A9-0F62-ACA8-7964-CEFB68A3941E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042394" y="787348"/>
                  <a:ext cx="10584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8A02FCD-765D-898B-7E85-1A2D37805FF3}"/>
                    </a:ext>
                  </a:extLst>
                </p14:cNvPr>
                <p14:cNvContentPartPr/>
                <p14:nvPr/>
              </p14:nvContentPartPr>
              <p14:xfrm>
                <a:off x="997034" y="738028"/>
                <a:ext cx="473400" cy="676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8A02FCD-765D-898B-7E85-1A2D37805FF3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979034" y="720028"/>
                  <a:ext cx="509040" cy="71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16BF046-88FA-8CAA-D155-CB2F340BDDEA}"/>
                    </a:ext>
                  </a:extLst>
                </p14:cNvPr>
                <p14:cNvContentPartPr/>
                <p14:nvPr/>
              </p14:nvContentPartPr>
              <p14:xfrm>
                <a:off x="1670594" y="1109908"/>
                <a:ext cx="360" cy="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16BF046-88FA-8CAA-D155-CB2F340BDDE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652954" y="109226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8E009B2-47BF-A8A3-6631-4AC936F1C3E4}"/>
                    </a:ext>
                  </a:extLst>
                </p14:cNvPr>
                <p14:cNvContentPartPr/>
                <p14:nvPr/>
              </p14:nvContentPartPr>
              <p14:xfrm>
                <a:off x="1544234" y="1069588"/>
                <a:ext cx="214920" cy="164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8E009B2-47BF-A8A3-6631-4AC936F1C3E4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1526594" y="1051948"/>
                  <a:ext cx="2505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A53DB9D9-CF6D-28F5-05C1-21783B448E4B}"/>
                    </a:ext>
                  </a:extLst>
                </p14:cNvPr>
                <p14:cNvContentPartPr/>
                <p14:nvPr/>
              </p14:nvContentPartPr>
              <p14:xfrm>
                <a:off x="1895954" y="1092378"/>
                <a:ext cx="182520" cy="24012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A53DB9D9-CF6D-28F5-05C1-21783B448E4B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1877954" y="1074738"/>
                  <a:ext cx="2181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42495643-7B13-CD3E-7317-A857565CA9CB}"/>
                    </a:ext>
                  </a:extLst>
                </p14:cNvPr>
                <p14:cNvContentPartPr/>
                <p14:nvPr/>
              </p14:nvContentPartPr>
              <p14:xfrm>
                <a:off x="2008634" y="1020018"/>
                <a:ext cx="192240" cy="51696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42495643-7B13-CD3E-7317-A857565CA9CB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1990634" y="1002018"/>
                  <a:ext cx="22788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5335611A-57BC-E6F2-5636-A5FA47EDD9DB}"/>
                    </a:ext>
                  </a:extLst>
                </p14:cNvPr>
                <p14:cNvContentPartPr/>
                <p14:nvPr/>
              </p14:nvContentPartPr>
              <p14:xfrm>
                <a:off x="2299874" y="756138"/>
                <a:ext cx="305640" cy="55512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5335611A-57BC-E6F2-5636-A5FA47EDD9DB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2281874" y="738138"/>
                  <a:ext cx="34128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7E0BAE77-F604-0F76-6D25-87A41F21C183}"/>
                    </a:ext>
                  </a:extLst>
                </p14:cNvPr>
                <p14:cNvContentPartPr/>
                <p14:nvPr/>
              </p14:nvContentPartPr>
              <p14:xfrm>
                <a:off x="2286194" y="1269498"/>
                <a:ext cx="51120" cy="972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7E0BAE77-F604-0F76-6D25-87A41F21C183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2268194" y="1251498"/>
                  <a:ext cx="86760" cy="45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8901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Day3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Sittiprom</dc:creator>
  <cp:lastModifiedBy>Sittiprom</cp:lastModifiedBy>
  <cp:revision>1</cp:revision>
  <dcterms:created xsi:type="dcterms:W3CDTF">2025-09-26T08:13:10Z</dcterms:created>
  <dcterms:modified xsi:type="dcterms:W3CDTF">2025-09-26T08:13:21Z</dcterms:modified>
</cp:coreProperties>
</file>